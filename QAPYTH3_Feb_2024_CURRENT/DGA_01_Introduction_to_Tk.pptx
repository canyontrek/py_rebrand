
<file path=[Content_Types].xml><?xml version="1.0" encoding="utf-8"?>
<Types xmlns="http://schemas.openxmlformats.org/package/2006/content-types">
  <Default Extension="bin" ContentType="application/vnd.openxmlformats-officedocument.oleObject"/>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648" r:id="rId4"/>
  </p:sldMasterIdLst>
  <p:notesMasterIdLst>
    <p:notesMasterId r:id="rId15"/>
  </p:notesMasterIdLst>
  <p:handoutMasterIdLst>
    <p:handoutMasterId r:id="rId16"/>
  </p:handoutMasterIdLst>
  <p:sldIdLst>
    <p:sldId id="303" r:id="rId5"/>
    <p:sldId id="283" r:id="rId6"/>
    <p:sldId id="284" r:id="rId7"/>
    <p:sldId id="285" r:id="rId8"/>
    <p:sldId id="286" r:id="rId9"/>
    <p:sldId id="287" r:id="rId10"/>
    <p:sldId id="288" r:id="rId11"/>
    <p:sldId id="289" r:id="rId12"/>
    <p:sldId id="290" r:id="rId13"/>
    <p:sldId id="291" r:id="rId14"/>
  </p:sldIdLst>
  <p:sldSz cx="12192000" cy="6858000"/>
  <p:notesSz cx="6645275" cy="9775825"/>
  <p:embeddedFontLst>
    <p:embeddedFont>
      <p:font typeface="Montserrat" panose="00000500000000000000" pitchFamily="2" charset="0"/>
      <p:regular r:id="rId17"/>
      <p:bold r:id="rId18"/>
      <p:italic r:id="rId19"/>
      <p:boldItalic r:id="rId20"/>
    </p:embeddedFont>
    <p:embeddedFont>
      <p:font typeface="Montserrat Black" panose="00000A00000000000000" pitchFamily="2" charset="0"/>
      <p:bold r:id="rId21"/>
      <p:boldItalic r:id="rId22"/>
    </p:embeddedFont>
  </p:embeddedFontLst>
  <p:custDataLst>
    <p:tags r:id="rId23"/>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3840" userDrawn="1">
          <p15:clr>
            <a:srgbClr val="A4A3A4"/>
          </p15:clr>
        </p15:guide>
        <p15:guide id="2" orient="horz" pos="3770"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Barrow, Joshua" initials="BJ" lastIdx="30" clrIdx="0">
    <p:extLst>
      <p:ext uri="{19B8F6BF-5375-455C-9EA6-DF929625EA0E}">
        <p15:presenceInfo xmlns:p15="http://schemas.microsoft.com/office/powerpoint/2012/main" userId="S-1-5-21-3476036342-1731177862-1559577602-51474" providerId="AD"/>
      </p:ext>
    </p:extLst>
  </p:cmAuthor>
  <p:cmAuthor id="2" name="Singh, Vaishali" initials="SV" lastIdx="7" clrIdx="1">
    <p:extLst>
      <p:ext uri="{19B8F6BF-5375-455C-9EA6-DF929625EA0E}">
        <p15:presenceInfo xmlns:p15="http://schemas.microsoft.com/office/powerpoint/2012/main" userId="S-1-5-21-3476036342-1731177862-1559577602-15527"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4050"/>
    <a:srgbClr val="09EDB8"/>
    <a:srgbClr val="F91258"/>
    <a:srgbClr val="7E007C"/>
    <a:srgbClr val="28CFF9"/>
    <a:srgbClr val="F3622C"/>
    <a:srgbClr val="31D3AE"/>
    <a:srgbClr val="F3F3F3"/>
    <a:srgbClr val="F4F4F4"/>
    <a:srgbClr val="3D6E7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8934" autoAdjust="0"/>
    <p:restoredTop sz="92750" autoAdjust="0"/>
  </p:normalViewPr>
  <p:slideViewPr>
    <p:cSldViewPr snapToGrid="0" snapToObjects="1" showGuides="1">
      <p:cViewPr varScale="1">
        <p:scale>
          <a:sx n="102" d="100"/>
          <a:sy n="102" d="100"/>
        </p:scale>
        <p:origin x="1218" y="102"/>
      </p:cViewPr>
      <p:guideLst>
        <p:guide pos="3840"/>
        <p:guide orient="horz" pos="3770"/>
      </p:guideLst>
    </p:cSldViewPr>
  </p:slideViewPr>
  <p:outlineViewPr>
    <p:cViewPr>
      <p:scale>
        <a:sx n="33" d="100"/>
        <a:sy n="33" d="100"/>
      </p:scale>
      <p:origin x="0" y="0"/>
    </p:cViewPr>
    <p:sldLst>
      <p:sld r:id="rId1" collapse="1"/>
      <p:sld r:id="rId2" collapse="1"/>
      <p:sld r:id="rId3" collapse="1"/>
      <p:sld r:id="rId4" collapse="1"/>
      <p:sld r:id="rId5" collapse="1"/>
      <p:sld r:id="rId6" collapse="1"/>
      <p:sld r:id="rId7" collapse="1"/>
      <p:sld r:id="rId8" collapse="1"/>
      <p:sld r:id="rId9" collapse="1"/>
    </p:sldLst>
  </p:outlineViewPr>
  <p:notesTextViewPr>
    <p:cViewPr>
      <p:scale>
        <a:sx n="3" d="2"/>
        <a:sy n="3" d="2"/>
      </p:scale>
      <p:origin x="0" y="0"/>
    </p:cViewPr>
  </p:notesTextViewPr>
  <p:sorterViewPr>
    <p:cViewPr>
      <p:scale>
        <a:sx n="66" d="100"/>
        <a:sy n="66" d="100"/>
      </p:scale>
      <p:origin x="0" y="0"/>
    </p:cViewPr>
  </p:sorterViewPr>
  <p:notesViewPr>
    <p:cSldViewPr snapToGrid="0" snapToObjects="1" showGuides="1">
      <p:cViewPr varScale="1">
        <p:scale>
          <a:sx n="83" d="100"/>
          <a:sy n="83" d="100"/>
        </p:scale>
        <p:origin x="3990" y="9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font" Target="fonts/font2.fntdata"/><Relationship Id="rId26" Type="http://schemas.openxmlformats.org/officeDocument/2006/relationships/viewProps" Target="viewProps.xml"/><Relationship Id="rId3" Type="http://schemas.openxmlformats.org/officeDocument/2006/relationships/customXml" Target="../customXml/item3.xml"/><Relationship Id="rId21" Type="http://schemas.openxmlformats.org/officeDocument/2006/relationships/font" Target="fonts/font5.fntdata"/><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font" Target="fonts/font1.fntdata"/><Relationship Id="rId25"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handoutMaster" Target="handoutMasters/handoutMaster1.xml"/><Relationship Id="rId20" Type="http://schemas.openxmlformats.org/officeDocument/2006/relationships/font" Target="fonts/font4.fntdata"/><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commentAuthors" Target="commentAuthors.xml"/><Relationship Id="rId5" Type="http://schemas.openxmlformats.org/officeDocument/2006/relationships/slide" Target="slides/slide1.xml"/><Relationship Id="rId15" Type="http://schemas.openxmlformats.org/officeDocument/2006/relationships/notesMaster" Target="notesMasters/notesMaster1.xml"/><Relationship Id="rId23" Type="http://schemas.openxmlformats.org/officeDocument/2006/relationships/tags" Target="tags/tag1.xml"/><Relationship Id="rId28"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font" Target="fonts/font3.fntdata"/><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font" Target="fonts/font6.fntdata"/><Relationship Id="rId27" Type="http://schemas.openxmlformats.org/officeDocument/2006/relationships/theme" Target="theme/theme1.xml"/></Relationships>
</file>

<file path=ppt/_rels/viewProps.xml.rels><?xml version="1.0" encoding="UTF-8" standalone="yes"?>
<Relationships xmlns="http://schemas.openxmlformats.org/package/2006/relationships"><Relationship Id="rId8" Type="http://schemas.openxmlformats.org/officeDocument/2006/relationships/slide" Target="slides/slide9.xml"/><Relationship Id="rId3" Type="http://schemas.openxmlformats.org/officeDocument/2006/relationships/slide" Target="slides/slide4.xml"/><Relationship Id="rId7" Type="http://schemas.openxmlformats.org/officeDocument/2006/relationships/slide" Target="slides/slide8.xml"/><Relationship Id="rId2" Type="http://schemas.openxmlformats.org/officeDocument/2006/relationships/slide" Target="slides/slide3.xml"/><Relationship Id="rId1" Type="http://schemas.openxmlformats.org/officeDocument/2006/relationships/slide" Target="slides/slide2.xml"/><Relationship Id="rId6" Type="http://schemas.openxmlformats.org/officeDocument/2006/relationships/slide" Target="slides/slide7.xml"/><Relationship Id="rId5" Type="http://schemas.openxmlformats.org/officeDocument/2006/relationships/slide" Target="slides/slide6.xml"/><Relationship Id="rId4" Type="http://schemas.openxmlformats.org/officeDocument/2006/relationships/slide" Target="slides/slide5.xml"/><Relationship Id="rId9" Type="http://schemas.openxmlformats.org/officeDocument/2006/relationships/slide" Target="slides/slide10.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1"/>
            <a:ext cx="2879725" cy="49053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sz="quarter" idx="1"/>
          </p:nvPr>
        </p:nvSpPr>
        <p:spPr>
          <a:xfrm>
            <a:off x="3763964" y="1"/>
            <a:ext cx="2879725" cy="490538"/>
          </a:xfrm>
          <a:prstGeom prst="rect">
            <a:avLst/>
          </a:prstGeom>
        </p:spPr>
        <p:txBody>
          <a:bodyPr vert="horz" lIns="91440" tIns="45720" rIns="91440" bIns="45720" rtlCol="0"/>
          <a:lstStyle>
            <a:lvl1pPr algn="r">
              <a:defRPr sz="1200"/>
            </a:lvl1pPr>
          </a:lstStyle>
          <a:p>
            <a:fld id="{86D088FE-3E68-47FE-8BA4-634CD34BABBC}" type="datetimeFigureOut">
              <a:rPr lang="en-GB" smtClean="0"/>
              <a:t>20/02/2024</a:t>
            </a:fld>
            <a:endParaRPr lang="en-GB"/>
          </a:p>
        </p:txBody>
      </p:sp>
      <p:sp>
        <p:nvSpPr>
          <p:cNvPr id="4" name="Footer Placeholder 3"/>
          <p:cNvSpPr>
            <a:spLocks noGrp="1"/>
          </p:cNvSpPr>
          <p:nvPr>
            <p:ph type="ftr" sz="quarter" idx="2"/>
          </p:nvPr>
        </p:nvSpPr>
        <p:spPr>
          <a:xfrm>
            <a:off x="1" y="9285289"/>
            <a:ext cx="2879725" cy="490536"/>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p:cNvSpPr>
            <a:spLocks noGrp="1"/>
          </p:cNvSpPr>
          <p:nvPr>
            <p:ph type="sldNum" sz="quarter" idx="3"/>
          </p:nvPr>
        </p:nvSpPr>
        <p:spPr>
          <a:xfrm>
            <a:off x="3763964" y="9285289"/>
            <a:ext cx="2879725" cy="490536"/>
          </a:xfrm>
          <a:prstGeom prst="rect">
            <a:avLst/>
          </a:prstGeom>
        </p:spPr>
        <p:txBody>
          <a:bodyPr vert="horz" lIns="91440" tIns="45720" rIns="91440" bIns="45720" rtlCol="0" anchor="b"/>
          <a:lstStyle>
            <a:lvl1pPr algn="r">
              <a:defRPr sz="1200"/>
            </a:lvl1pPr>
          </a:lstStyle>
          <a:p>
            <a:fld id="{29B31C5D-0DE0-4486-9782-41885BE58160}" type="slidenum">
              <a:rPr lang="en-GB" smtClean="0"/>
              <a:t>‹#›</a:t>
            </a:fld>
            <a:endParaRPr lang="en-GB"/>
          </a:p>
        </p:txBody>
      </p:sp>
    </p:spTree>
    <p:extLst>
      <p:ext uri="{BB962C8B-B14F-4D97-AF65-F5344CB8AC3E}">
        <p14:creationId xmlns:p14="http://schemas.microsoft.com/office/powerpoint/2010/main" val="299308254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0"/>
            <a:ext cx="2879619" cy="490489"/>
          </a:xfrm>
          <a:prstGeom prst="rect">
            <a:avLst/>
          </a:prstGeom>
        </p:spPr>
        <p:txBody>
          <a:bodyPr vert="horz" lIns="91440" tIns="45720" rIns="91440" bIns="45720" rtlCol="0"/>
          <a:lstStyle>
            <a:lvl1pPr algn="l">
              <a:defRPr sz="1200">
                <a:latin typeface="Montserrat" panose="00000500000000000000" pitchFamily="2" charset="0"/>
              </a:defRPr>
            </a:lvl1pPr>
          </a:lstStyle>
          <a:p>
            <a:endParaRPr lang="en-GB" dirty="0"/>
          </a:p>
        </p:txBody>
      </p:sp>
      <p:sp>
        <p:nvSpPr>
          <p:cNvPr id="3" name="Date Placeholder 2"/>
          <p:cNvSpPr>
            <a:spLocks noGrp="1"/>
          </p:cNvSpPr>
          <p:nvPr>
            <p:ph type="dt" idx="1"/>
          </p:nvPr>
        </p:nvSpPr>
        <p:spPr>
          <a:xfrm>
            <a:off x="3764119" y="0"/>
            <a:ext cx="2879619" cy="490489"/>
          </a:xfrm>
          <a:prstGeom prst="rect">
            <a:avLst/>
          </a:prstGeom>
        </p:spPr>
        <p:txBody>
          <a:bodyPr vert="horz" lIns="91440" tIns="45720" rIns="91440" bIns="45720" rtlCol="0"/>
          <a:lstStyle>
            <a:lvl1pPr algn="r">
              <a:defRPr sz="1200">
                <a:latin typeface="Montserrat" panose="00000500000000000000" pitchFamily="2" charset="0"/>
              </a:defRPr>
            </a:lvl1pPr>
          </a:lstStyle>
          <a:p>
            <a:fld id="{1D6B66C6-1E92-0F4E-A300-9D4ED1F0C23F}" type="datetimeFigureOut">
              <a:rPr lang="en-GB" smtClean="0"/>
              <a:pPr/>
              <a:t>20/02/2024</a:t>
            </a:fld>
            <a:endParaRPr lang="en-GB"/>
          </a:p>
        </p:txBody>
      </p:sp>
      <p:sp>
        <p:nvSpPr>
          <p:cNvPr id="4" name="Slide Image Placeholder 3"/>
          <p:cNvSpPr>
            <a:spLocks noGrp="1" noRot="1" noChangeAspect="1"/>
          </p:cNvSpPr>
          <p:nvPr>
            <p:ph type="sldImg" idx="2"/>
          </p:nvPr>
        </p:nvSpPr>
        <p:spPr>
          <a:xfrm>
            <a:off x="388938" y="1220788"/>
            <a:ext cx="5867400" cy="3300412"/>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64528" y="4704617"/>
            <a:ext cx="5316220" cy="3849231"/>
          </a:xfrm>
          <a:prstGeom prst="rect">
            <a:avLst/>
          </a:prstGeom>
        </p:spPr>
        <p:txBody>
          <a:bodyPr vert="horz" lIns="91440" tIns="45720" rIns="91440" bIns="45720"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6" name="Footer Placeholder 5"/>
          <p:cNvSpPr>
            <a:spLocks noGrp="1"/>
          </p:cNvSpPr>
          <p:nvPr>
            <p:ph type="ftr" sz="quarter" idx="4"/>
          </p:nvPr>
        </p:nvSpPr>
        <p:spPr>
          <a:xfrm>
            <a:off x="1" y="9285339"/>
            <a:ext cx="2879619" cy="490488"/>
          </a:xfrm>
          <a:prstGeom prst="rect">
            <a:avLst/>
          </a:prstGeom>
        </p:spPr>
        <p:txBody>
          <a:bodyPr vert="horz" lIns="91440" tIns="45720" rIns="91440" bIns="45720" rtlCol="0" anchor="b"/>
          <a:lstStyle>
            <a:lvl1pPr algn="l">
              <a:defRPr sz="1200">
                <a:latin typeface="Montserrat" panose="00000500000000000000" pitchFamily="2" charset="0"/>
              </a:defRPr>
            </a:lvl1pPr>
          </a:lstStyle>
          <a:p>
            <a:endParaRPr lang="en-GB"/>
          </a:p>
        </p:txBody>
      </p:sp>
      <p:sp>
        <p:nvSpPr>
          <p:cNvPr id="7" name="Slide Number Placeholder 6"/>
          <p:cNvSpPr>
            <a:spLocks noGrp="1"/>
          </p:cNvSpPr>
          <p:nvPr>
            <p:ph type="sldNum" sz="quarter" idx="5"/>
          </p:nvPr>
        </p:nvSpPr>
        <p:spPr>
          <a:xfrm>
            <a:off x="3764119" y="9285339"/>
            <a:ext cx="2879619" cy="490488"/>
          </a:xfrm>
          <a:prstGeom prst="rect">
            <a:avLst/>
          </a:prstGeom>
        </p:spPr>
        <p:txBody>
          <a:bodyPr vert="horz" lIns="91440" tIns="45720" rIns="91440" bIns="45720" rtlCol="0" anchor="b"/>
          <a:lstStyle>
            <a:lvl1pPr algn="r">
              <a:defRPr sz="1200">
                <a:latin typeface="Montserrat" panose="00000500000000000000" pitchFamily="2" charset="0"/>
              </a:defRPr>
            </a:lvl1pPr>
          </a:lstStyle>
          <a:p>
            <a:fld id="{548901C6-1DA1-FB44-ABEE-06A0FEB7738E}" type="slidenum">
              <a:rPr lang="en-GB" smtClean="0"/>
              <a:pPr/>
              <a:t>‹#›</a:t>
            </a:fld>
            <a:endParaRPr lang="en-GB"/>
          </a:p>
        </p:txBody>
      </p:sp>
    </p:spTree>
    <p:extLst>
      <p:ext uri="{BB962C8B-B14F-4D97-AF65-F5344CB8AC3E}">
        <p14:creationId xmlns:p14="http://schemas.microsoft.com/office/powerpoint/2010/main" val="12276747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ontserrat" panose="00000500000000000000" pitchFamily="2" charset="0"/>
        <a:ea typeface="+mn-ea"/>
        <a:cs typeface="+mn-cs"/>
      </a:defRPr>
    </a:lvl1pPr>
    <a:lvl2pPr marL="457200" algn="l" defTabSz="914400" rtl="0" eaLnBrk="1" latinLnBrk="0" hangingPunct="1">
      <a:defRPr sz="1200" kern="1200">
        <a:solidFill>
          <a:schemeClr val="tx1"/>
        </a:solidFill>
        <a:latin typeface="Montserrat" panose="00000500000000000000" pitchFamily="2" charset="0"/>
        <a:ea typeface="+mn-ea"/>
        <a:cs typeface="+mn-cs"/>
      </a:defRPr>
    </a:lvl2pPr>
    <a:lvl3pPr marL="914400" algn="l" defTabSz="914400" rtl="0" eaLnBrk="1" latinLnBrk="0" hangingPunct="1">
      <a:defRPr sz="1200" kern="1200">
        <a:solidFill>
          <a:schemeClr val="tx1"/>
        </a:solidFill>
        <a:latin typeface="Montserrat" panose="00000500000000000000" pitchFamily="2" charset="0"/>
        <a:ea typeface="+mn-ea"/>
        <a:cs typeface="+mn-cs"/>
      </a:defRPr>
    </a:lvl3pPr>
    <a:lvl4pPr marL="1371600" algn="l" defTabSz="914400" rtl="0" eaLnBrk="1" latinLnBrk="0" hangingPunct="1">
      <a:defRPr sz="1200" kern="1200">
        <a:solidFill>
          <a:schemeClr val="tx1"/>
        </a:solidFill>
        <a:latin typeface="Montserrat" panose="00000500000000000000" pitchFamily="2" charset="0"/>
        <a:ea typeface="+mn-ea"/>
        <a:cs typeface="+mn-cs"/>
      </a:defRPr>
    </a:lvl4pPr>
    <a:lvl5pPr marL="1828800" algn="l" defTabSz="914400" rtl="0" eaLnBrk="1" latinLnBrk="0" hangingPunct="1">
      <a:defRPr sz="1200" kern="1200">
        <a:solidFill>
          <a:schemeClr val="tx1"/>
        </a:solidFill>
        <a:latin typeface="Montserrat" panose="00000500000000000000" pitchFamily="2"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Slide Image Placeholder 1"/>
          <p:cNvSpPr>
            <a:spLocks noGrp="1" noRot="1" noChangeAspect="1" noTextEdit="1"/>
          </p:cNvSpPr>
          <p:nvPr>
            <p:ph type="sldImg"/>
          </p:nvPr>
        </p:nvSpPr>
        <p:spPr bwMode="auto">
          <a:xfrm>
            <a:off x="419100" y="904875"/>
            <a:ext cx="5807075" cy="3267075"/>
          </a:xfrm>
          <a:noFill/>
          <a:ln>
            <a:solidFill>
              <a:srgbClr val="000000"/>
            </a:solidFill>
            <a:miter lim="800000"/>
            <a:headEnd/>
            <a:tailEnd/>
          </a:ln>
        </p:spPr>
      </p:sp>
      <p:sp>
        <p:nvSpPr>
          <p:cNvPr id="13315" name="Notes Placeholder 2"/>
          <p:cNvSpPr>
            <a:spLocks noGrp="1"/>
          </p:cNvSpPr>
          <p:nvPr>
            <p:ph type="body" idx="1"/>
          </p:nvPr>
        </p:nvSpPr>
        <p:spPr bwMode="auto">
          <a:noFill/>
        </p:spPr>
        <p:txBody>
          <a:bodyPr wrap="square" numCol="1" anchor="t" anchorCtr="0" compatLnSpc="1">
            <a:prstTxWarp prst="textNoShape">
              <a:avLst/>
            </a:prstTxWarp>
          </a:bodyPr>
          <a:lstStyle/>
          <a:p>
            <a:endParaRPr lang="en-US">
              <a:latin typeface="Arial" charset="0"/>
              <a:cs typeface="Arial" charset="0"/>
            </a:endParaRPr>
          </a:p>
        </p:txBody>
      </p:sp>
    </p:spTree>
    <p:extLst>
      <p:ext uri="{BB962C8B-B14F-4D97-AF65-F5344CB8AC3E}">
        <p14:creationId xmlns:p14="http://schemas.microsoft.com/office/powerpoint/2010/main" val="24757341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5" name="Rectangle 2"/>
          <p:cNvSpPr>
            <a:spLocks noChangeArrowheads="1"/>
          </p:cNvSpPr>
          <p:nvPr/>
        </p:nvSpPr>
        <p:spPr bwMode="auto">
          <a:xfrm>
            <a:off x="3846514" y="9525"/>
            <a:ext cx="2947987" cy="4635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a:tailEnd/>
              </a14:hiddenLine>
            </a:ext>
          </a:extLst>
        </p:spPr>
        <p:txBody>
          <a:bodyPr wrap="none" lIns="91429" tIns="45715" rIns="91429" bIns="45715" anchor="ctr"/>
          <a:lstStyle/>
          <a:p>
            <a:endParaRPr lang="en-US"/>
          </a:p>
        </p:txBody>
      </p:sp>
      <p:sp>
        <p:nvSpPr>
          <p:cNvPr id="15366" name="Rectangle 3"/>
          <p:cNvSpPr>
            <a:spLocks noChangeArrowheads="1"/>
          </p:cNvSpPr>
          <p:nvPr/>
        </p:nvSpPr>
        <p:spPr bwMode="auto">
          <a:xfrm>
            <a:off x="1" y="9444039"/>
            <a:ext cx="2946400" cy="46196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a:tailEnd/>
              </a14:hiddenLine>
            </a:ext>
          </a:extLst>
        </p:spPr>
        <p:txBody>
          <a:bodyPr wrap="none" lIns="91429" tIns="45715" rIns="91429" bIns="45715" anchor="ctr"/>
          <a:lstStyle/>
          <a:p>
            <a:endParaRPr lang="en-US"/>
          </a:p>
        </p:txBody>
      </p:sp>
      <p:sp>
        <p:nvSpPr>
          <p:cNvPr id="15367" name="Rectangle 4"/>
          <p:cNvSpPr>
            <a:spLocks noChangeArrowheads="1"/>
          </p:cNvSpPr>
          <p:nvPr/>
        </p:nvSpPr>
        <p:spPr bwMode="auto">
          <a:xfrm>
            <a:off x="1" y="9525"/>
            <a:ext cx="2946400" cy="4635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a:tailEnd/>
              </a14:hiddenLine>
            </a:ext>
          </a:extLst>
        </p:spPr>
        <p:txBody>
          <a:bodyPr wrap="none" lIns="91429" tIns="45715" rIns="91429" bIns="45715" anchor="ctr"/>
          <a:lstStyle/>
          <a:p>
            <a:endParaRPr lang="en-US"/>
          </a:p>
        </p:txBody>
      </p:sp>
      <p:sp>
        <p:nvSpPr>
          <p:cNvPr id="15368" name="Rectangle 5"/>
          <p:cNvSpPr>
            <a:spLocks noGrp="1" noRot="1" noChangeAspect="1" noChangeArrowheads="1" noTextEdit="1"/>
          </p:cNvSpPr>
          <p:nvPr>
            <p:ph type="sldImg"/>
          </p:nvPr>
        </p:nvSpPr>
        <p:spPr>
          <a:xfrm>
            <a:off x="-123825" y="449263"/>
            <a:ext cx="7026275" cy="3952875"/>
          </a:xfrm>
          <a:ln/>
        </p:spPr>
      </p:sp>
      <p:sp>
        <p:nvSpPr>
          <p:cNvPr id="15369" name="Notes Placeholder 8"/>
          <p:cNvSpPr>
            <a:spLocks noGrp="1"/>
          </p:cNvSpPr>
          <p:nvPr>
            <p:ph type="body" idx="1"/>
          </p:nvPr>
        </p:nvSpPr>
        <p:spPr>
          <a:xfrm>
            <a:off x="728663" y="4679950"/>
            <a:ext cx="5400675" cy="4865688"/>
          </a:xfrm>
          <a:prstGeom prst="rect">
            <a:avLst/>
          </a:prstGeom>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r>
              <a:rPr lang="en-GB" dirty="0"/>
              <a:t>A brief introduction to the </a:t>
            </a:r>
            <a:r>
              <a:rPr lang="en-GB" dirty="0" err="1"/>
              <a:t>tkinter</a:t>
            </a:r>
            <a:r>
              <a:rPr lang="en-GB" dirty="0"/>
              <a:t> modules.</a:t>
            </a:r>
          </a:p>
        </p:txBody>
      </p:sp>
    </p:spTree>
    <p:extLst>
      <p:ext uri="{BB962C8B-B14F-4D97-AF65-F5344CB8AC3E}">
        <p14:creationId xmlns:p14="http://schemas.microsoft.com/office/powerpoint/2010/main" val="185615661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9" name="Rectangle 2"/>
          <p:cNvSpPr>
            <a:spLocks noGrp="1" noChangeArrowheads="1"/>
          </p:cNvSpPr>
          <p:nvPr>
            <p:ph type="body" idx="1"/>
          </p:nvPr>
        </p:nvSpPr>
        <p:spPr>
          <a:xfrm>
            <a:off x="728663" y="4679950"/>
            <a:ext cx="5400675" cy="4865688"/>
          </a:xfrm>
          <a:prstGeom prst="rect">
            <a:avLst/>
          </a:prstGeom>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marL="0" lvl="1" indent="0"/>
            <a:r>
              <a:rPr lang="en-US" dirty="0"/>
              <a:t>Python supports a number of GUI-extensions, most of which are tied to a specific windowing system (such as X11, Win32 or Macintosh). The </a:t>
            </a:r>
            <a:r>
              <a:rPr lang="en-US" dirty="0" err="1"/>
              <a:t>Gtk</a:t>
            </a:r>
            <a:r>
              <a:rPr lang="en-US" dirty="0"/>
              <a:t> extension is from the Gimp Toolkit, which also runs on Windows. </a:t>
            </a:r>
          </a:p>
          <a:p>
            <a:pPr marL="0" lvl="1" indent="0"/>
            <a:r>
              <a:rPr lang="en-US" dirty="0"/>
              <a:t>The </a:t>
            </a:r>
            <a:r>
              <a:rPr lang="en-US" dirty="0" err="1"/>
              <a:t>Tk</a:t>
            </a:r>
            <a:r>
              <a:rPr lang="en-US" dirty="0"/>
              <a:t> extension is most commonly used, because it is portable across platforms, powerful and easy to use. It is based on the </a:t>
            </a:r>
            <a:r>
              <a:rPr lang="en-US" dirty="0" err="1"/>
              <a:t>Tk</a:t>
            </a:r>
            <a:r>
              <a:rPr lang="en-US" dirty="0"/>
              <a:t> toolkit from the </a:t>
            </a:r>
            <a:r>
              <a:rPr lang="en-US" dirty="0" err="1"/>
              <a:t>tcl</a:t>
            </a:r>
            <a:r>
              <a:rPr lang="en-US" dirty="0"/>
              <a:t> language, developed by John </a:t>
            </a:r>
            <a:r>
              <a:rPr lang="en-US" dirty="0" err="1"/>
              <a:t>Ousterhout</a:t>
            </a:r>
            <a:r>
              <a:rPr lang="en-US" dirty="0"/>
              <a:t> (first at Berkeley, then at Sun and now at </a:t>
            </a:r>
            <a:r>
              <a:rPr lang="en-US" dirty="0" err="1"/>
              <a:t>Scriptics</a:t>
            </a:r>
            <a:r>
              <a:rPr lang="en-US" dirty="0"/>
              <a:t>). The same </a:t>
            </a:r>
            <a:r>
              <a:rPr lang="en-US" dirty="0" err="1"/>
              <a:t>Tk</a:t>
            </a:r>
            <a:r>
              <a:rPr lang="en-US" dirty="0"/>
              <a:t> toolkit has also been ported to Perl, Scheme and Guile.</a:t>
            </a:r>
          </a:p>
          <a:p>
            <a:pPr marL="0" lvl="1" indent="0"/>
            <a:r>
              <a:rPr lang="en-US" dirty="0"/>
              <a:t>The main difference between Python </a:t>
            </a:r>
            <a:r>
              <a:rPr lang="en-US" dirty="0" err="1"/>
              <a:t>Tk</a:t>
            </a:r>
            <a:r>
              <a:rPr lang="en-US" dirty="0"/>
              <a:t> and </a:t>
            </a:r>
            <a:r>
              <a:rPr lang="en-US" dirty="0" err="1"/>
              <a:t>tcl</a:t>
            </a:r>
            <a:r>
              <a:rPr lang="en-US" dirty="0"/>
              <a:t>/</a:t>
            </a:r>
            <a:r>
              <a:rPr lang="en-US" dirty="0" err="1"/>
              <a:t>Tk</a:t>
            </a:r>
            <a:r>
              <a:rPr lang="en-US" dirty="0"/>
              <a:t> is that the </a:t>
            </a:r>
            <a:r>
              <a:rPr lang="en-US" dirty="0" err="1"/>
              <a:t>perl</a:t>
            </a:r>
            <a:r>
              <a:rPr lang="en-US" dirty="0"/>
              <a:t> version is fully object-oriented, whereas the </a:t>
            </a:r>
            <a:r>
              <a:rPr lang="en-US" dirty="0" err="1"/>
              <a:t>tcl</a:t>
            </a:r>
            <a:r>
              <a:rPr lang="en-US" dirty="0"/>
              <a:t> version is string based (and generally a mess).</a:t>
            </a:r>
          </a:p>
        </p:txBody>
      </p:sp>
      <p:sp>
        <p:nvSpPr>
          <p:cNvPr id="16390" name="Rectangle 3"/>
          <p:cNvSpPr>
            <a:spLocks noGrp="1" noRot="1" noChangeAspect="1" noChangeArrowheads="1" noTextEdit="1"/>
          </p:cNvSpPr>
          <p:nvPr>
            <p:ph type="sldImg"/>
          </p:nvPr>
        </p:nvSpPr>
        <p:spPr>
          <a:xfrm>
            <a:off x="-98425" y="409575"/>
            <a:ext cx="7026275" cy="3952875"/>
          </a:xfrm>
          <a:ln/>
        </p:spPr>
      </p:sp>
    </p:spTree>
    <p:extLst>
      <p:ext uri="{BB962C8B-B14F-4D97-AF65-F5344CB8AC3E}">
        <p14:creationId xmlns:p14="http://schemas.microsoft.com/office/powerpoint/2010/main" val="198024224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3" name="Rectangle 2"/>
          <p:cNvSpPr>
            <a:spLocks noGrp="1" noChangeArrowheads="1"/>
          </p:cNvSpPr>
          <p:nvPr>
            <p:ph type="body" idx="1"/>
          </p:nvPr>
        </p:nvSpPr>
        <p:spPr>
          <a:xfrm>
            <a:off x="728663" y="4679950"/>
            <a:ext cx="5400675" cy="4865688"/>
          </a:xfrm>
          <a:prstGeom prst="rect">
            <a:avLst/>
          </a:prstGeom>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marL="0" lvl="1" indent="0"/>
            <a:r>
              <a:rPr lang="en-US" dirty="0"/>
              <a:t>The example above starts by including the </a:t>
            </a:r>
            <a:r>
              <a:rPr lang="en-US" dirty="0" err="1"/>
              <a:t>Tk</a:t>
            </a:r>
            <a:r>
              <a:rPr lang="en-US" dirty="0"/>
              <a:t> module; this is required for every </a:t>
            </a:r>
            <a:r>
              <a:rPr lang="en-US" dirty="0" err="1"/>
              <a:t>perl</a:t>
            </a:r>
            <a:r>
              <a:rPr lang="en-US" dirty="0"/>
              <a:t>/</a:t>
            </a:r>
            <a:r>
              <a:rPr lang="en-US" dirty="0" err="1"/>
              <a:t>Tk</a:t>
            </a:r>
            <a:r>
              <a:rPr lang="en-US" dirty="0"/>
              <a:t> program. It then creates a new </a:t>
            </a:r>
            <a:r>
              <a:rPr lang="en-US" dirty="0" err="1"/>
              <a:t>MainWindow</a:t>
            </a:r>
            <a:r>
              <a:rPr lang="en-US" dirty="0"/>
              <a:t> object. Evidently, </a:t>
            </a:r>
            <a:r>
              <a:rPr lang="en-US" dirty="0" err="1"/>
              <a:t>Tk</a:t>
            </a:r>
            <a:r>
              <a:rPr lang="en-US" dirty="0"/>
              <a:t> plays a few tricks here: the </a:t>
            </a:r>
            <a:r>
              <a:rPr lang="en-US" dirty="0" err="1"/>
              <a:t>Tk</a:t>
            </a:r>
            <a:r>
              <a:rPr lang="en-US" dirty="0"/>
              <a:t> module has defined a </a:t>
            </a:r>
            <a:r>
              <a:rPr lang="en-US" dirty="0" err="1"/>
              <a:t>MainWindow</a:t>
            </a:r>
            <a:r>
              <a:rPr lang="en-US" dirty="0"/>
              <a:t> class as well.</a:t>
            </a:r>
          </a:p>
          <a:p>
            <a:pPr marL="0" lvl="1" indent="0"/>
            <a:r>
              <a:rPr lang="en-US" dirty="0"/>
              <a:t>Given a main window, a label and a button are defined. By creating these from the main window, </a:t>
            </a:r>
            <a:r>
              <a:rPr lang="en-US" dirty="0" err="1"/>
              <a:t>Tk</a:t>
            </a:r>
            <a:r>
              <a:rPr lang="en-US" dirty="0"/>
              <a:t> knows how the widgets have to be nested. Evident is that </a:t>
            </a:r>
            <a:r>
              <a:rPr lang="en-US" dirty="0" err="1"/>
              <a:t>Tk</a:t>
            </a:r>
            <a:r>
              <a:rPr lang="en-US" dirty="0"/>
              <a:t> uses a named-argument calling convention. The </a:t>
            </a:r>
            <a:r>
              <a:rPr lang="en-US" b="1" dirty="0">
                <a:latin typeface="Courier New" pitchFamily="49" charset="0"/>
              </a:rPr>
              <a:t>pack()</a:t>
            </a:r>
            <a:r>
              <a:rPr lang="en-US" dirty="0"/>
              <a:t> calls are necessary to handle widget layout and are described in more detail later.</a:t>
            </a:r>
          </a:p>
          <a:p>
            <a:pPr marL="0" lvl="1" indent="0"/>
            <a:r>
              <a:rPr lang="en-US" dirty="0"/>
              <a:t>Finally, the main loop is invoked. </a:t>
            </a:r>
            <a:r>
              <a:rPr lang="en-US" dirty="0" err="1"/>
              <a:t>Tk</a:t>
            </a:r>
            <a:r>
              <a:rPr lang="en-US" dirty="0"/>
              <a:t> now takes over and handles all keyboard, mouse and window events. Whenever something noteworthy happens, user-defined call-back routines are invoked that handle an event.  This is an example of event-driven programming.</a:t>
            </a:r>
          </a:p>
        </p:txBody>
      </p:sp>
      <p:sp>
        <p:nvSpPr>
          <p:cNvPr id="17414" name="Rectangle 3"/>
          <p:cNvSpPr>
            <a:spLocks noGrp="1" noRot="1" noChangeAspect="1" noChangeArrowheads="1" noTextEdit="1"/>
          </p:cNvSpPr>
          <p:nvPr>
            <p:ph type="sldImg"/>
          </p:nvPr>
        </p:nvSpPr>
        <p:spPr>
          <a:xfrm>
            <a:off x="-98425" y="396875"/>
            <a:ext cx="7026275" cy="3952875"/>
          </a:xfrm>
          <a:ln/>
        </p:spPr>
      </p:sp>
    </p:spTree>
    <p:extLst>
      <p:ext uri="{BB962C8B-B14F-4D97-AF65-F5344CB8AC3E}">
        <p14:creationId xmlns:p14="http://schemas.microsoft.com/office/powerpoint/2010/main" val="357099953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7" name="Rectangle 2"/>
          <p:cNvSpPr>
            <a:spLocks noGrp="1" noChangeArrowheads="1"/>
          </p:cNvSpPr>
          <p:nvPr>
            <p:ph type="body" idx="1"/>
          </p:nvPr>
        </p:nvSpPr>
        <p:spPr>
          <a:xfrm>
            <a:off x="728663" y="4679950"/>
            <a:ext cx="5400675" cy="4865688"/>
          </a:xfrm>
          <a:prstGeom prst="rect">
            <a:avLst/>
          </a:prstGeom>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marL="0" lvl="1" indent="0"/>
            <a:r>
              <a:rPr lang="en-US" dirty="0" err="1"/>
              <a:t>Tk</a:t>
            </a:r>
            <a:r>
              <a:rPr lang="en-US" dirty="0"/>
              <a:t> is like most other graphical environments in that you have to give up control.  (“Don’t call us – we’ll call you”).</a:t>
            </a:r>
          </a:p>
          <a:p>
            <a:pPr marL="0" lvl="1" indent="0"/>
            <a:r>
              <a:rPr lang="en-US" dirty="0"/>
              <a:t>So, instead of tracking all events and deciding what action to take, you set up the graphical environment and start the main loop, which will then handle all default actions and invoke your code when necessary to take an action.</a:t>
            </a:r>
          </a:p>
        </p:txBody>
      </p:sp>
      <p:sp>
        <p:nvSpPr>
          <p:cNvPr id="18438" name="Rectangle 3"/>
          <p:cNvSpPr>
            <a:spLocks noGrp="1" noRot="1" noChangeAspect="1" noChangeArrowheads="1" noTextEdit="1"/>
          </p:cNvSpPr>
          <p:nvPr>
            <p:ph type="sldImg"/>
          </p:nvPr>
        </p:nvSpPr>
        <p:spPr>
          <a:xfrm>
            <a:off x="-98425" y="384175"/>
            <a:ext cx="7026275" cy="3952875"/>
          </a:xfrm>
          <a:ln/>
        </p:spPr>
      </p:sp>
    </p:spTree>
    <p:extLst>
      <p:ext uri="{BB962C8B-B14F-4D97-AF65-F5344CB8AC3E}">
        <p14:creationId xmlns:p14="http://schemas.microsoft.com/office/powerpoint/2010/main" val="24508596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61" name="Rectangle 2"/>
          <p:cNvSpPr>
            <a:spLocks noGrp="1" noChangeArrowheads="1"/>
          </p:cNvSpPr>
          <p:nvPr>
            <p:ph type="body" idx="1"/>
          </p:nvPr>
        </p:nvSpPr>
        <p:spPr>
          <a:xfrm>
            <a:off x="728663" y="4679950"/>
            <a:ext cx="5400675" cy="4865688"/>
          </a:xfrm>
          <a:prstGeom prst="rect">
            <a:avLst/>
          </a:prstGeom>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marL="0" lvl="1" indent="0"/>
            <a:r>
              <a:rPr lang="en-US" dirty="0"/>
              <a:t>One of the nicest features of </a:t>
            </a:r>
            <a:r>
              <a:rPr lang="en-US" dirty="0" err="1"/>
              <a:t>Tk</a:t>
            </a:r>
            <a:r>
              <a:rPr lang="en-US" dirty="0"/>
              <a:t> is that, unlike many other GUI toolkits, there is no need to query the user interface elements for the state of options.  Instead, communication is done through a reference – the GUI sets a variable which can be read in the call-back subroutines.</a:t>
            </a:r>
          </a:p>
          <a:p>
            <a:pPr marL="0" lvl="1" indent="0"/>
            <a:r>
              <a:rPr lang="en-US" dirty="0"/>
              <a:t>This communication is two-way: if a call-back routine modifies the variable, the GUI will change its display accordingly.</a:t>
            </a:r>
          </a:p>
        </p:txBody>
      </p:sp>
      <p:sp>
        <p:nvSpPr>
          <p:cNvPr id="19462" name="Rectangle 3"/>
          <p:cNvSpPr>
            <a:spLocks noGrp="1" noRot="1" noChangeAspect="1" noChangeArrowheads="1" noTextEdit="1"/>
          </p:cNvSpPr>
          <p:nvPr>
            <p:ph type="sldImg"/>
          </p:nvPr>
        </p:nvSpPr>
        <p:spPr>
          <a:xfrm>
            <a:off x="-98425" y="384175"/>
            <a:ext cx="7026275" cy="3952875"/>
          </a:xfrm>
          <a:ln/>
        </p:spPr>
      </p:sp>
    </p:spTree>
    <p:extLst>
      <p:ext uri="{BB962C8B-B14F-4D97-AF65-F5344CB8AC3E}">
        <p14:creationId xmlns:p14="http://schemas.microsoft.com/office/powerpoint/2010/main" val="405781914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5" name="Rectangle 2"/>
          <p:cNvSpPr>
            <a:spLocks noGrp="1" noRot="1" noChangeAspect="1" noChangeArrowheads="1" noTextEdit="1"/>
          </p:cNvSpPr>
          <p:nvPr>
            <p:ph type="sldImg"/>
          </p:nvPr>
        </p:nvSpPr>
        <p:spPr>
          <a:xfrm>
            <a:off x="-98425" y="449263"/>
            <a:ext cx="7026275" cy="3952875"/>
          </a:xfrm>
          <a:ln/>
        </p:spPr>
      </p:sp>
      <p:sp>
        <p:nvSpPr>
          <p:cNvPr id="20486" name="Rectangle 3"/>
          <p:cNvSpPr>
            <a:spLocks noGrp="1" noChangeArrowheads="1"/>
          </p:cNvSpPr>
          <p:nvPr>
            <p:ph type="body" idx="1"/>
          </p:nvPr>
        </p:nvSpPr>
        <p:spPr>
          <a:xfrm>
            <a:off x="234950" y="4783138"/>
            <a:ext cx="5954713" cy="4684712"/>
          </a:xfrm>
          <a:prstGeom prst="rect">
            <a:avLst/>
          </a:prstGeom>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lvl="1"/>
            <a:r>
              <a:rPr lang="en-US" dirty="0"/>
              <a:t>In </a:t>
            </a:r>
            <a:r>
              <a:rPr lang="en-US" dirty="0" err="1"/>
              <a:t>Tk</a:t>
            </a:r>
            <a:r>
              <a:rPr lang="en-US" dirty="0"/>
              <a:t>, choosing your parent wisely is even more important than in real life! In the example above, the main window contains two Frames (invisible place holders) which in turn contain buttons. This kind of nesting is typical for </a:t>
            </a:r>
            <a:r>
              <a:rPr lang="en-US" dirty="0" err="1"/>
              <a:t>Tk</a:t>
            </a:r>
            <a:r>
              <a:rPr lang="en-US" dirty="0"/>
              <a:t> – instead of using a fixed widget setup with absolute positioning, the nesting order creates a flexible and dynamic layout.</a:t>
            </a:r>
          </a:p>
          <a:p>
            <a:pPr lvl="1"/>
            <a:r>
              <a:rPr lang="en-US" dirty="0"/>
              <a:t>This idea is also used in Java, where the </a:t>
            </a:r>
            <a:r>
              <a:rPr lang="en-US" dirty="0" err="1"/>
              <a:t>AWT</a:t>
            </a:r>
            <a:r>
              <a:rPr lang="en-US" dirty="0"/>
              <a:t> uses both nested widgets and so-called layout managers to determine the relative layout of the user interface.</a:t>
            </a:r>
          </a:p>
        </p:txBody>
      </p:sp>
    </p:spTree>
    <p:extLst>
      <p:ext uri="{BB962C8B-B14F-4D97-AF65-F5344CB8AC3E}">
        <p14:creationId xmlns:p14="http://schemas.microsoft.com/office/powerpoint/2010/main" val="389899031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9" name="Rectangle 2"/>
          <p:cNvSpPr>
            <a:spLocks noGrp="1" noChangeArrowheads="1"/>
          </p:cNvSpPr>
          <p:nvPr>
            <p:ph type="body" idx="1"/>
          </p:nvPr>
        </p:nvSpPr>
        <p:spPr>
          <a:xfrm>
            <a:off x="728663" y="4679950"/>
            <a:ext cx="5400675" cy="4865688"/>
          </a:xfrm>
          <a:prstGeom prst="rect">
            <a:avLst/>
          </a:prstGeom>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marL="0" lvl="1" indent="0"/>
            <a:r>
              <a:rPr lang="en-US" dirty="0"/>
              <a:t>The example above is slightly unusual in that we hold on to the widgets using global variables and use those inside the call-back routines. As we’ll see in the next chapters, you can use either closures or named widgets and dynamic enquiry functions to achieve the same in a neater fashion.</a:t>
            </a:r>
          </a:p>
          <a:p>
            <a:pPr marL="0" lvl="1" indent="0"/>
            <a:r>
              <a:rPr lang="en-US" dirty="0"/>
              <a:t>The code above creates the Label widget once and dynamically displays or hides it, using pack and </a:t>
            </a:r>
            <a:r>
              <a:rPr lang="en-US" dirty="0" err="1"/>
              <a:t>packForget</a:t>
            </a:r>
            <a:r>
              <a:rPr lang="en-US" dirty="0"/>
              <a:t>. The Button widget is always there, but is re-configured dynamically to change its text and callback functions.  </a:t>
            </a:r>
          </a:p>
        </p:txBody>
      </p:sp>
      <p:sp>
        <p:nvSpPr>
          <p:cNvPr id="21510" name="Rectangle 3"/>
          <p:cNvSpPr>
            <a:spLocks noGrp="1" noRot="1" noChangeAspect="1" noChangeArrowheads="1" noTextEdit="1"/>
          </p:cNvSpPr>
          <p:nvPr>
            <p:ph type="sldImg"/>
          </p:nvPr>
        </p:nvSpPr>
        <p:spPr>
          <a:xfrm>
            <a:off x="-98425" y="436563"/>
            <a:ext cx="7026275" cy="3952875"/>
          </a:xfrm>
          <a:ln/>
        </p:spPr>
      </p:sp>
    </p:spTree>
    <p:extLst>
      <p:ext uri="{BB962C8B-B14F-4D97-AF65-F5344CB8AC3E}">
        <p14:creationId xmlns:p14="http://schemas.microsoft.com/office/powerpoint/2010/main" val="260711352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3" name="Rectangle 2"/>
          <p:cNvSpPr>
            <a:spLocks noGrp="1" noChangeArrowheads="1"/>
          </p:cNvSpPr>
          <p:nvPr>
            <p:ph type="body" idx="1"/>
          </p:nvPr>
        </p:nvSpPr>
        <p:spPr>
          <a:xfrm>
            <a:off x="728663" y="4679950"/>
            <a:ext cx="5400675" cy="4865688"/>
          </a:xfrm>
          <a:prstGeom prst="rect">
            <a:avLst/>
          </a:prstGeom>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marL="0" lvl="1" indent="0"/>
            <a:r>
              <a:rPr lang="en-US" dirty="0"/>
              <a:t>A main window should always have a title and an icon. The icon bitmap must either be one of the pre-defined bitmaps, or can start with an @ to indicate a filename of an </a:t>
            </a:r>
            <a:r>
              <a:rPr lang="en-US" dirty="0" err="1"/>
              <a:t>xpm</a:t>
            </a:r>
            <a:r>
              <a:rPr lang="en-US" dirty="0"/>
              <a:t> file.</a:t>
            </a:r>
          </a:p>
          <a:p>
            <a:pPr marL="0" lvl="1" indent="0"/>
            <a:r>
              <a:rPr lang="en-US" dirty="0"/>
              <a:t>In addition, most main windows should have a menu with a ‘File – Quit’ entry.</a:t>
            </a:r>
          </a:p>
        </p:txBody>
      </p:sp>
      <p:sp>
        <p:nvSpPr>
          <p:cNvPr id="22534" name="Rectangle 3"/>
          <p:cNvSpPr>
            <a:spLocks noGrp="1" noRot="1" noChangeAspect="1" noChangeArrowheads="1" noTextEdit="1"/>
          </p:cNvSpPr>
          <p:nvPr>
            <p:ph type="sldImg"/>
          </p:nvPr>
        </p:nvSpPr>
        <p:spPr>
          <a:xfrm>
            <a:off x="-98425" y="474663"/>
            <a:ext cx="7026275" cy="3952875"/>
          </a:xfrm>
          <a:ln/>
        </p:spPr>
      </p:sp>
    </p:spTree>
    <p:extLst>
      <p:ext uri="{BB962C8B-B14F-4D97-AF65-F5344CB8AC3E}">
        <p14:creationId xmlns:p14="http://schemas.microsoft.com/office/powerpoint/2010/main" val="43912634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7" name="Rectangle 2"/>
          <p:cNvSpPr>
            <a:spLocks noGrp="1" noRot="1" noChangeAspect="1" noChangeArrowheads="1" noTextEdit="1"/>
          </p:cNvSpPr>
          <p:nvPr>
            <p:ph type="sldImg"/>
          </p:nvPr>
        </p:nvSpPr>
        <p:spPr>
          <a:ln/>
        </p:spPr>
      </p:sp>
      <p:sp>
        <p:nvSpPr>
          <p:cNvPr id="23558" name="Rectangle 3"/>
          <p:cNvSpPr>
            <a:spLocks noGrp="1" noChangeArrowheads="1"/>
          </p:cNvSpPr>
          <p:nvPr>
            <p:ph type="body" idx="1"/>
          </p:nvPr>
        </p:nvSpPr>
        <p:spPr>
          <a:xfrm>
            <a:off x="728663" y="4679950"/>
            <a:ext cx="5400675" cy="4865688"/>
          </a:xfrm>
          <a:prstGeom prst="rect">
            <a:avLst/>
          </a:prstGeom>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p>
        </p:txBody>
      </p:sp>
    </p:spTree>
    <p:extLst>
      <p:ext uri="{BB962C8B-B14F-4D97-AF65-F5344CB8AC3E}">
        <p14:creationId xmlns:p14="http://schemas.microsoft.com/office/powerpoint/2010/main" val="3677519646"/>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jpe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6.jpe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7.jpe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1.jpe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2.pn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Q&amp;A/what's next">
    <p:bg>
      <p:bgPr>
        <a:solidFill>
          <a:srgbClr val="EDCD3C"/>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rotWithShape="1">
          <a:blip r:embed="rId2">
            <a:extLst>
              <a:ext uri="{28A0092B-C50C-407E-A947-70E740481C1C}">
                <a14:useLocalDpi xmlns:a14="http://schemas.microsoft.com/office/drawing/2010/main" val="0"/>
              </a:ext>
            </a:extLst>
          </a:blip>
          <a:srcRect/>
          <a:stretch/>
        </p:blipFill>
        <p:spPr>
          <a:xfrm>
            <a:off x="5135880" y="0"/>
            <a:ext cx="7056120" cy="6858000"/>
          </a:xfrm>
          <a:prstGeom prst="rect">
            <a:avLst/>
          </a:prstGeom>
        </p:spPr>
      </p:pic>
      <p:pic>
        <p:nvPicPr>
          <p:cNvPr id="6" name="Graphic 29">
            <a:extLst>
              <a:ext uri="{FF2B5EF4-FFF2-40B4-BE49-F238E27FC236}">
                <a16:creationId xmlns:a16="http://schemas.microsoft.com/office/drawing/2014/main" id="{572E6A4A-143B-E94B-A1BF-29C50E635AE7}"/>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0900" y="302477"/>
            <a:ext cx="2643023" cy="1610367"/>
          </a:xfrm>
          <a:prstGeom prst="rect">
            <a:avLst/>
          </a:prstGeom>
        </p:spPr>
      </p:pic>
      <p:sp>
        <p:nvSpPr>
          <p:cNvPr id="7" name="Text Placeholder 6"/>
          <p:cNvSpPr>
            <a:spLocks noGrp="1"/>
          </p:cNvSpPr>
          <p:nvPr>
            <p:ph type="body" sz="quarter" idx="12" hasCustomPrompt="1"/>
          </p:nvPr>
        </p:nvSpPr>
        <p:spPr>
          <a:xfrm>
            <a:off x="385300" y="5306004"/>
            <a:ext cx="3534471" cy="1186921"/>
          </a:xfrm>
        </p:spPr>
        <p:txBody>
          <a:bodyPr/>
          <a:lstStyle>
            <a:lvl1pPr marL="0" marR="0" indent="0" algn="l" defTabSz="914400" rtl="0" eaLnBrk="1" fontAlgn="auto" latinLnBrk="0" hangingPunct="1">
              <a:lnSpc>
                <a:spcPct val="100000"/>
              </a:lnSpc>
              <a:spcBef>
                <a:spcPts val="0"/>
              </a:spcBef>
              <a:spcAft>
                <a:spcPts val="0"/>
              </a:spcAft>
              <a:buClrTx/>
              <a:buSzPct val="115000"/>
              <a:buFontTx/>
              <a:buNone/>
              <a:tabLst/>
              <a:defRPr sz="1600" b="0"/>
            </a:lvl1pPr>
            <a:lvl2pPr marL="374650" indent="-285750">
              <a:buFont typeface="Arial" panose="020B0604020202020204" pitchFamily="34" charset="0"/>
              <a:buChar char="•"/>
              <a:defRPr/>
            </a:lvl2pPr>
            <a:lvl3pPr marL="88900" indent="0">
              <a:buNone/>
              <a:defRPr/>
            </a:lvl3pPr>
            <a:lvl4pPr marL="88900" indent="0">
              <a:buNone/>
              <a:defRPr/>
            </a:lvl4pPr>
            <a:lvl5pPr marL="88900" indent="0">
              <a:buNone/>
              <a:defRPr/>
            </a:lvl5pPr>
          </a:lstStyle>
          <a:p>
            <a:pPr lvl="0"/>
            <a:r>
              <a:rPr lang="en-US" dirty="0"/>
              <a:t>Edit text</a:t>
            </a:r>
          </a:p>
        </p:txBody>
      </p:sp>
      <p:sp>
        <p:nvSpPr>
          <p:cNvPr id="16"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5301" y="1914129"/>
            <a:ext cx="3592020" cy="2277604"/>
          </a:xfrm>
        </p:spPr>
        <p:txBody>
          <a:bodyPr anchor="b" anchorCtr="0">
            <a:noAutofit/>
          </a:bodyPr>
          <a:lstStyle>
            <a:lvl1pPr algn="l">
              <a:lnSpc>
                <a:spcPct val="100000"/>
              </a:lnSpc>
              <a:defRPr sz="3600"/>
            </a:lvl1pPr>
          </a:lstStyle>
          <a:p>
            <a:r>
              <a:rPr lang="en-US" noProof="0" dirty="0"/>
              <a:t>CLICK TO EDIT TITLE</a:t>
            </a:r>
            <a:endParaRPr lang="en-GB" noProof="0" dirty="0"/>
          </a:p>
        </p:txBody>
      </p:sp>
      <p:grpSp>
        <p:nvGrpSpPr>
          <p:cNvPr id="24" name="Group 23"/>
          <p:cNvGrpSpPr/>
          <p:nvPr userDrawn="1"/>
        </p:nvGrpSpPr>
        <p:grpSpPr>
          <a:xfrm>
            <a:off x="-1420" y="3503895"/>
            <a:ext cx="6359624" cy="2437013"/>
            <a:chOff x="-1420" y="3503895"/>
            <a:chExt cx="6359624" cy="2437013"/>
          </a:xfrm>
          <a:solidFill>
            <a:srgbClr val="004050"/>
          </a:solidFill>
        </p:grpSpPr>
        <p:sp>
          <p:nvSpPr>
            <p:cNvPr id="25" name="Freeform 24">
              <a:extLst>
                <a:ext uri="{FF2B5EF4-FFF2-40B4-BE49-F238E27FC236}">
                  <a16:creationId xmlns:a16="http://schemas.microsoft.com/office/drawing/2014/main" id="{2F450B4C-241D-A544-BBEF-175E01D6A139}"/>
                </a:ext>
              </a:extLst>
            </p:cNvPr>
            <p:cNvSpPr/>
            <p:nvPr userDrawn="1"/>
          </p:nvSpPr>
          <p:spPr>
            <a:xfrm>
              <a:off x="-1420" y="3503895"/>
              <a:ext cx="5273560" cy="1035156"/>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8896 w 1668896"/>
                <a:gd name="connsiteY0" fmla="*/ 248186 h 248186"/>
                <a:gd name="connsiteX1" fmla="*/ 405622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331 w 1264176"/>
                <a:gd name="connsiteY1" fmla="*/ 247615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64176" h="248186">
                  <a:moveTo>
                    <a:pt x="1264176" y="248186"/>
                  </a:moveTo>
                  <a:lnTo>
                    <a:pt x="331" y="247615"/>
                  </a:lnTo>
                  <a:cubicBezTo>
                    <a:pt x="-110" y="229052"/>
                    <a:pt x="441" y="211631"/>
                    <a:pt x="0" y="193068"/>
                  </a:cubicBezTo>
                  <a:lnTo>
                    <a:pt x="1118190" y="192497"/>
                  </a:lnTo>
                  <a:cubicBezTo>
                    <a:pt x="1060341" y="134140"/>
                    <a:pt x="1007065" y="74768"/>
                    <a:pt x="971505" y="219"/>
                  </a:cubicBezTo>
                  <a:cubicBezTo>
                    <a:pt x="991888" y="219"/>
                    <a:pt x="1010748" y="854"/>
                    <a:pt x="1029544" y="219"/>
                  </a:cubicBezTo>
                  <a:cubicBezTo>
                    <a:pt x="1038336" y="-1141"/>
                    <a:pt x="1046848" y="3956"/>
                    <a:pt x="1049800" y="12347"/>
                  </a:cubicBezTo>
                  <a:cubicBezTo>
                    <a:pt x="1067362" y="45816"/>
                    <a:pt x="1089035" y="76961"/>
                    <a:pt x="1114316" y="105057"/>
                  </a:cubicBezTo>
                  <a:cubicBezTo>
                    <a:pt x="1157944" y="155126"/>
                    <a:pt x="1206160" y="201004"/>
                    <a:pt x="1258335" y="242090"/>
                  </a:cubicBezTo>
                  <a:cubicBezTo>
                    <a:pt x="1260113" y="243551"/>
                    <a:pt x="1261890" y="245011"/>
                    <a:pt x="1263541" y="246535"/>
                  </a:cubicBezTo>
                  <a:cubicBezTo>
                    <a:pt x="1263859" y="246599"/>
                    <a:pt x="1263859" y="247170"/>
                    <a:pt x="1264176" y="248186"/>
                  </a:cubicBezTo>
                  <a:close/>
                </a:path>
              </a:pathLst>
            </a:custGeom>
            <a:grpFill/>
            <a:ln w="6350" cap="flat">
              <a:noFill/>
              <a:prstDash val="solid"/>
              <a:miter/>
            </a:ln>
          </p:spPr>
          <p:txBody>
            <a:bodyPr rtlCol="0" anchor="ctr"/>
            <a:lstStyle/>
            <a:p>
              <a:endParaRPr lang="en-GB"/>
            </a:p>
          </p:txBody>
        </p:sp>
        <p:sp>
          <p:nvSpPr>
            <p:cNvPr id="26" name="Freeform 25">
              <a:extLst>
                <a:ext uri="{FF2B5EF4-FFF2-40B4-BE49-F238E27FC236}">
                  <a16:creationId xmlns:a16="http://schemas.microsoft.com/office/drawing/2014/main" id="{17BA7C41-EA1C-2F4D-90C7-EC472AB85B8A}"/>
                </a:ext>
              </a:extLst>
            </p:cNvPr>
            <p:cNvSpPr/>
            <p:nvPr/>
          </p:nvSpPr>
          <p:spPr>
            <a:xfrm>
              <a:off x="4768849" y="3504279"/>
              <a:ext cx="1589355" cy="2436629"/>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27" name="Freeform 26">
              <a:extLst>
                <a:ext uri="{FF2B5EF4-FFF2-40B4-BE49-F238E27FC236}">
                  <a16:creationId xmlns:a16="http://schemas.microsoft.com/office/drawing/2014/main" id="{2F450B4C-241D-A544-BBEF-175E01D6A139}"/>
                </a:ext>
              </a:extLst>
            </p:cNvPr>
            <p:cNvSpPr/>
            <p:nvPr userDrawn="1"/>
          </p:nvSpPr>
          <p:spPr>
            <a:xfrm flipV="1">
              <a:off x="-1420" y="4902788"/>
              <a:ext cx="5273560" cy="1035156"/>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8896 w 1668896"/>
                <a:gd name="connsiteY0" fmla="*/ 248186 h 248186"/>
                <a:gd name="connsiteX1" fmla="*/ 405622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331 w 1264176"/>
                <a:gd name="connsiteY1" fmla="*/ 247615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64176" h="248186">
                  <a:moveTo>
                    <a:pt x="1264176" y="248186"/>
                  </a:moveTo>
                  <a:lnTo>
                    <a:pt x="331" y="247615"/>
                  </a:lnTo>
                  <a:cubicBezTo>
                    <a:pt x="-110" y="229052"/>
                    <a:pt x="441" y="211631"/>
                    <a:pt x="0" y="193068"/>
                  </a:cubicBezTo>
                  <a:lnTo>
                    <a:pt x="1118190" y="192497"/>
                  </a:lnTo>
                  <a:cubicBezTo>
                    <a:pt x="1060341" y="134140"/>
                    <a:pt x="1007065" y="74768"/>
                    <a:pt x="971505" y="219"/>
                  </a:cubicBezTo>
                  <a:cubicBezTo>
                    <a:pt x="991888" y="219"/>
                    <a:pt x="1010748" y="854"/>
                    <a:pt x="1029544" y="219"/>
                  </a:cubicBezTo>
                  <a:cubicBezTo>
                    <a:pt x="1038336" y="-1141"/>
                    <a:pt x="1046848" y="3956"/>
                    <a:pt x="1049800" y="12347"/>
                  </a:cubicBezTo>
                  <a:cubicBezTo>
                    <a:pt x="1067362" y="45816"/>
                    <a:pt x="1089035" y="76961"/>
                    <a:pt x="1114316" y="105057"/>
                  </a:cubicBezTo>
                  <a:cubicBezTo>
                    <a:pt x="1157944" y="155126"/>
                    <a:pt x="1206160" y="201004"/>
                    <a:pt x="1258335" y="242090"/>
                  </a:cubicBezTo>
                  <a:cubicBezTo>
                    <a:pt x="1260113" y="243551"/>
                    <a:pt x="1261890" y="245011"/>
                    <a:pt x="1263541" y="246535"/>
                  </a:cubicBezTo>
                  <a:cubicBezTo>
                    <a:pt x="1263859" y="246599"/>
                    <a:pt x="1263859" y="247170"/>
                    <a:pt x="1264176" y="248186"/>
                  </a:cubicBezTo>
                  <a:close/>
                </a:path>
              </a:pathLst>
            </a:custGeom>
            <a:grp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1221280981"/>
      </p:ext>
    </p:extLst>
  </p:cSld>
  <p:clrMapOvr>
    <a:masterClrMapping/>
  </p:clrMapOvr>
  <p:extLst>
    <p:ext uri="{DCECCB84-F9BA-43D5-87BE-67443E8EF086}">
      <p15:sldGuideLst xmlns:p15="http://schemas.microsoft.com/office/powerpoint/2012/main">
        <p15:guide id="1" orient="horz" pos="3634">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Follow us">
    <p:bg>
      <p:bgPr>
        <a:solidFill>
          <a:srgbClr val="28CFF9"/>
        </a:solidFill>
        <a:effectLst/>
      </p:bgPr>
    </p:bg>
    <p:spTree>
      <p:nvGrpSpPr>
        <p:cNvPr id="1" name=""/>
        <p:cNvGrpSpPr/>
        <p:nvPr/>
      </p:nvGrpSpPr>
      <p:grpSpPr>
        <a:xfrm>
          <a:off x="0" y="0"/>
          <a:ext cx="0" cy="0"/>
          <a:chOff x="0" y="0"/>
          <a:chExt cx="0" cy="0"/>
        </a:xfrm>
      </p:grpSpPr>
      <p:pic>
        <p:nvPicPr>
          <p:cNvPr id="4" name="Picture 3"/>
          <p:cNvPicPr>
            <a:picLocks noChangeAspect="1"/>
          </p:cNvPicPr>
          <p:nvPr userDrawn="1"/>
        </p:nvPicPr>
        <p:blipFill rotWithShape="1">
          <a:blip r:embed="rId2">
            <a:extLst>
              <a:ext uri="{28A0092B-C50C-407E-A947-70E740481C1C}">
                <a14:useLocalDpi xmlns:a14="http://schemas.microsoft.com/office/drawing/2010/main" val="0"/>
              </a:ext>
            </a:extLst>
          </a:blip>
          <a:srcRect/>
          <a:stretch/>
        </p:blipFill>
        <p:spPr>
          <a:xfrm>
            <a:off x="5875020" y="0"/>
            <a:ext cx="6316980" cy="6858000"/>
          </a:xfrm>
          <a:prstGeom prst="rect">
            <a:avLst/>
          </a:prstGeom>
        </p:spPr>
      </p:pic>
      <p:pic>
        <p:nvPicPr>
          <p:cNvPr id="6" name="Graphic 29">
            <a:extLst>
              <a:ext uri="{FF2B5EF4-FFF2-40B4-BE49-F238E27FC236}">
                <a16:creationId xmlns:a16="http://schemas.microsoft.com/office/drawing/2014/main" id="{572E6A4A-143B-E94B-A1BF-29C50E635AE7}"/>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0900" y="302477"/>
            <a:ext cx="2643023" cy="1610367"/>
          </a:xfrm>
          <a:prstGeom prst="rect">
            <a:avLst/>
          </a:prstGeom>
        </p:spPr>
      </p:pic>
      <p:sp>
        <p:nvSpPr>
          <p:cNvPr id="7" name="Text Placeholder 6"/>
          <p:cNvSpPr>
            <a:spLocks noGrp="1"/>
          </p:cNvSpPr>
          <p:nvPr>
            <p:ph type="body" sz="quarter" idx="12" hasCustomPrompt="1"/>
          </p:nvPr>
        </p:nvSpPr>
        <p:spPr>
          <a:xfrm>
            <a:off x="385300" y="5306004"/>
            <a:ext cx="3534471" cy="1186921"/>
          </a:xfrm>
        </p:spPr>
        <p:txBody>
          <a:bodyPr/>
          <a:lstStyle>
            <a:lvl1pPr marL="0" marR="0" indent="0" algn="l" defTabSz="914400" rtl="0" eaLnBrk="1" fontAlgn="auto" latinLnBrk="0" hangingPunct="1">
              <a:lnSpc>
                <a:spcPct val="100000"/>
              </a:lnSpc>
              <a:spcBef>
                <a:spcPts val="0"/>
              </a:spcBef>
              <a:spcAft>
                <a:spcPts val="0"/>
              </a:spcAft>
              <a:buClrTx/>
              <a:buSzPct val="115000"/>
              <a:buFontTx/>
              <a:buNone/>
              <a:tabLst/>
              <a:defRPr sz="1600" b="0"/>
            </a:lvl1pPr>
            <a:lvl2pPr marL="374650" indent="-285750">
              <a:buFont typeface="Arial" panose="020B0604020202020204" pitchFamily="34" charset="0"/>
              <a:buChar char="•"/>
              <a:defRPr/>
            </a:lvl2pPr>
            <a:lvl3pPr marL="88900" indent="0">
              <a:buNone/>
              <a:defRPr/>
            </a:lvl3pPr>
            <a:lvl4pPr marL="88900" indent="0">
              <a:buNone/>
              <a:defRPr/>
            </a:lvl4pPr>
            <a:lvl5pPr marL="88900" indent="0">
              <a:buNone/>
              <a:defRPr/>
            </a:lvl5pPr>
          </a:lstStyle>
          <a:p>
            <a:pPr lvl="0"/>
            <a:r>
              <a:rPr lang="en-US" dirty="0"/>
              <a:t>Edit text</a:t>
            </a:r>
          </a:p>
        </p:txBody>
      </p:sp>
      <p:sp>
        <p:nvSpPr>
          <p:cNvPr id="16"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5301" y="1914129"/>
            <a:ext cx="3592020" cy="2277604"/>
          </a:xfrm>
        </p:spPr>
        <p:txBody>
          <a:bodyPr anchor="b" anchorCtr="0">
            <a:noAutofit/>
          </a:bodyPr>
          <a:lstStyle>
            <a:lvl1pPr algn="l">
              <a:lnSpc>
                <a:spcPct val="100000"/>
              </a:lnSpc>
              <a:defRPr sz="3600"/>
            </a:lvl1pPr>
          </a:lstStyle>
          <a:p>
            <a:r>
              <a:rPr lang="en-US" noProof="0" dirty="0"/>
              <a:t>CLICK TO EDIT TITLE</a:t>
            </a:r>
            <a:endParaRPr lang="en-GB" noProof="0" dirty="0"/>
          </a:p>
        </p:txBody>
      </p:sp>
      <p:grpSp>
        <p:nvGrpSpPr>
          <p:cNvPr id="24" name="Group 23"/>
          <p:cNvGrpSpPr/>
          <p:nvPr userDrawn="1"/>
        </p:nvGrpSpPr>
        <p:grpSpPr>
          <a:xfrm>
            <a:off x="-1420" y="3503895"/>
            <a:ext cx="6359624" cy="2437013"/>
            <a:chOff x="-1420" y="3503895"/>
            <a:chExt cx="6359624" cy="2437013"/>
          </a:xfrm>
          <a:solidFill>
            <a:srgbClr val="004050"/>
          </a:solidFill>
        </p:grpSpPr>
        <p:sp>
          <p:nvSpPr>
            <p:cNvPr id="25" name="Freeform 24">
              <a:extLst>
                <a:ext uri="{FF2B5EF4-FFF2-40B4-BE49-F238E27FC236}">
                  <a16:creationId xmlns:a16="http://schemas.microsoft.com/office/drawing/2014/main" id="{2F450B4C-241D-A544-BBEF-175E01D6A139}"/>
                </a:ext>
              </a:extLst>
            </p:cNvPr>
            <p:cNvSpPr/>
            <p:nvPr userDrawn="1"/>
          </p:nvSpPr>
          <p:spPr>
            <a:xfrm>
              <a:off x="-1420" y="3503895"/>
              <a:ext cx="5273560" cy="1035156"/>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8896 w 1668896"/>
                <a:gd name="connsiteY0" fmla="*/ 248186 h 248186"/>
                <a:gd name="connsiteX1" fmla="*/ 405622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331 w 1264176"/>
                <a:gd name="connsiteY1" fmla="*/ 247615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64176" h="248186">
                  <a:moveTo>
                    <a:pt x="1264176" y="248186"/>
                  </a:moveTo>
                  <a:lnTo>
                    <a:pt x="331" y="247615"/>
                  </a:lnTo>
                  <a:cubicBezTo>
                    <a:pt x="-110" y="229052"/>
                    <a:pt x="441" y="211631"/>
                    <a:pt x="0" y="193068"/>
                  </a:cubicBezTo>
                  <a:lnTo>
                    <a:pt x="1118190" y="192497"/>
                  </a:lnTo>
                  <a:cubicBezTo>
                    <a:pt x="1060341" y="134140"/>
                    <a:pt x="1007065" y="74768"/>
                    <a:pt x="971505" y="219"/>
                  </a:cubicBezTo>
                  <a:cubicBezTo>
                    <a:pt x="991888" y="219"/>
                    <a:pt x="1010748" y="854"/>
                    <a:pt x="1029544" y="219"/>
                  </a:cubicBezTo>
                  <a:cubicBezTo>
                    <a:pt x="1038336" y="-1141"/>
                    <a:pt x="1046848" y="3956"/>
                    <a:pt x="1049800" y="12347"/>
                  </a:cubicBezTo>
                  <a:cubicBezTo>
                    <a:pt x="1067362" y="45816"/>
                    <a:pt x="1089035" y="76961"/>
                    <a:pt x="1114316" y="105057"/>
                  </a:cubicBezTo>
                  <a:cubicBezTo>
                    <a:pt x="1157944" y="155126"/>
                    <a:pt x="1206160" y="201004"/>
                    <a:pt x="1258335" y="242090"/>
                  </a:cubicBezTo>
                  <a:cubicBezTo>
                    <a:pt x="1260113" y="243551"/>
                    <a:pt x="1261890" y="245011"/>
                    <a:pt x="1263541" y="246535"/>
                  </a:cubicBezTo>
                  <a:cubicBezTo>
                    <a:pt x="1263859" y="246599"/>
                    <a:pt x="1263859" y="247170"/>
                    <a:pt x="1264176" y="248186"/>
                  </a:cubicBezTo>
                  <a:close/>
                </a:path>
              </a:pathLst>
            </a:custGeom>
            <a:grpFill/>
            <a:ln w="6350" cap="flat">
              <a:noFill/>
              <a:prstDash val="solid"/>
              <a:miter/>
            </a:ln>
          </p:spPr>
          <p:txBody>
            <a:bodyPr rtlCol="0" anchor="ctr"/>
            <a:lstStyle/>
            <a:p>
              <a:endParaRPr lang="en-GB"/>
            </a:p>
          </p:txBody>
        </p:sp>
        <p:sp>
          <p:nvSpPr>
            <p:cNvPr id="26" name="Freeform 25">
              <a:extLst>
                <a:ext uri="{FF2B5EF4-FFF2-40B4-BE49-F238E27FC236}">
                  <a16:creationId xmlns:a16="http://schemas.microsoft.com/office/drawing/2014/main" id="{17BA7C41-EA1C-2F4D-90C7-EC472AB85B8A}"/>
                </a:ext>
              </a:extLst>
            </p:cNvPr>
            <p:cNvSpPr/>
            <p:nvPr/>
          </p:nvSpPr>
          <p:spPr>
            <a:xfrm>
              <a:off x="4768849" y="3504279"/>
              <a:ext cx="1589355" cy="2436629"/>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27" name="Freeform 26">
              <a:extLst>
                <a:ext uri="{FF2B5EF4-FFF2-40B4-BE49-F238E27FC236}">
                  <a16:creationId xmlns:a16="http://schemas.microsoft.com/office/drawing/2014/main" id="{2F450B4C-241D-A544-BBEF-175E01D6A139}"/>
                </a:ext>
              </a:extLst>
            </p:cNvPr>
            <p:cNvSpPr/>
            <p:nvPr userDrawn="1"/>
          </p:nvSpPr>
          <p:spPr>
            <a:xfrm flipV="1">
              <a:off x="-1420" y="4902788"/>
              <a:ext cx="5273560" cy="1035156"/>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8896 w 1668896"/>
                <a:gd name="connsiteY0" fmla="*/ 248186 h 248186"/>
                <a:gd name="connsiteX1" fmla="*/ 405622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331 w 1264176"/>
                <a:gd name="connsiteY1" fmla="*/ 247615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64176" h="248186">
                  <a:moveTo>
                    <a:pt x="1264176" y="248186"/>
                  </a:moveTo>
                  <a:lnTo>
                    <a:pt x="331" y="247615"/>
                  </a:lnTo>
                  <a:cubicBezTo>
                    <a:pt x="-110" y="229052"/>
                    <a:pt x="441" y="211631"/>
                    <a:pt x="0" y="193068"/>
                  </a:cubicBezTo>
                  <a:lnTo>
                    <a:pt x="1118190" y="192497"/>
                  </a:lnTo>
                  <a:cubicBezTo>
                    <a:pt x="1060341" y="134140"/>
                    <a:pt x="1007065" y="74768"/>
                    <a:pt x="971505" y="219"/>
                  </a:cubicBezTo>
                  <a:cubicBezTo>
                    <a:pt x="991888" y="219"/>
                    <a:pt x="1010748" y="854"/>
                    <a:pt x="1029544" y="219"/>
                  </a:cubicBezTo>
                  <a:cubicBezTo>
                    <a:pt x="1038336" y="-1141"/>
                    <a:pt x="1046848" y="3956"/>
                    <a:pt x="1049800" y="12347"/>
                  </a:cubicBezTo>
                  <a:cubicBezTo>
                    <a:pt x="1067362" y="45816"/>
                    <a:pt x="1089035" y="76961"/>
                    <a:pt x="1114316" y="105057"/>
                  </a:cubicBezTo>
                  <a:cubicBezTo>
                    <a:pt x="1157944" y="155126"/>
                    <a:pt x="1206160" y="201004"/>
                    <a:pt x="1258335" y="242090"/>
                  </a:cubicBezTo>
                  <a:cubicBezTo>
                    <a:pt x="1260113" y="243551"/>
                    <a:pt x="1261890" y="245011"/>
                    <a:pt x="1263541" y="246535"/>
                  </a:cubicBezTo>
                  <a:cubicBezTo>
                    <a:pt x="1263859" y="246599"/>
                    <a:pt x="1263859" y="247170"/>
                    <a:pt x="1264176" y="248186"/>
                  </a:cubicBezTo>
                  <a:close/>
                </a:path>
              </a:pathLst>
            </a:custGeom>
            <a:grp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986434422"/>
      </p:ext>
    </p:extLst>
  </p:cSld>
  <p:clrMapOvr>
    <a:masterClrMapping/>
  </p:clrMapOvr>
  <p:extLst>
    <p:ext uri="{DCECCB84-F9BA-43D5-87BE-67443E8EF086}">
      <p15:sldGuideLst xmlns:p15="http://schemas.microsoft.com/office/powerpoint/2012/main">
        <p15:guide id="1" orient="horz" pos="3634">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Action Tips">
    <p:bg>
      <p:bgPr>
        <a:solidFill>
          <a:srgbClr val="EB622E"/>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rotWithShape="1">
          <a:blip r:embed="rId2">
            <a:extLst>
              <a:ext uri="{28A0092B-C50C-407E-A947-70E740481C1C}">
                <a14:useLocalDpi xmlns:a14="http://schemas.microsoft.com/office/drawing/2010/main" val="0"/>
              </a:ext>
            </a:extLst>
          </a:blip>
          <a:srcRect/>
          <a:stretch/>
        </p:blipFill>
        <p:spPr>
          <a:xfrm>
            <a:off x="7254240" y="0"/>
            <a:ext cx="4937760" cy="6858000"/>
          </a:xfrm>
          <a:prstGeom prst="rect">
            <a:avLst/>
          </a:prstGeom>
        </p:spPr>
      </p:pic>
      <p:pic>
        <p:nvPicPr>
          <p:cNvPr id="6" name="Graphic 29">
            <a:extLst>
              <a:ext uri="{FF2B5EF4-FFF2-40B4-BE49-F238E27FC236}">
                <a16:creationId xmlns:a16="http://schemas.microsoft.com/office/drawing/2014/main" id="{572E6A4A-143B-E94B-A1BF-29C50E635AE7}"/>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0900" y="302477"/>
            <a:ext cx="2643023" cy="1610367"/>
          </a:xfrm>
          <a:prstGeom prst="rect">
            <a:avLst/>
          </a:prstGeom>
        </p:spPr>
      </p:pic>
      <p:sp>
        <p:nvSpPr>
          <p:cNvPr id="7" name="Text Placeholder 6"/>
          <p:cNvSpPr>
            <a:spLocks noGrp="1"/>
          </p:cNvSpPr>
          <p:nvPr>
            <p:ph type="body" sz="quarter" idx="12" hasCustomPrompt="1"/>
          </p:nvPr>
        </p:nvSpPr>
        <p:spPr>
          <a:xfrm>
            <a:off x="385300" y="5306004"/>
            <a:ext cx="3534471" cy="1186921"/>
          </a:xfrm>
        </p:spPr>
        <p:txBody>
          <a:bodyPr/>
          <a:lstStyle>
            <a:lvl1pPr marL="0" marR="0" indent="0" algn="l" defTabSz="914400" rtl="0" eaLnBrk="1" fontAlgn="auto" latinLnBrk="0" hangingPunct="1">
              <a:lnSpc>
                <a:spcPct val="100000"/>
              </a:lnSpc>
              <a:spcBef>
                <a:spcPts val="0"/>
              </a:spcBef>
              <a:spcAft>
                <a:spcPts val="0"/>
              </a:spcAft>
              <a:buClrTx/>
              <a:buSzPct val="115000"/>
              <a:buFontTx/>
              <a:buNone/>
              <a:tabLst/>
              <a:defRPr sz="1600" b="0"/>
            </a:lvl1pPr>
            <a:lvl2pPr marL="374650" indent="-285750">
              <a:buFont typeface="Arial" panose="020B0604020202020204" pitchFamily="34" charset="0"/>
              <a:buChar char="•"/>
              <a:defRPr/>
            </a:lvl2pPr>
            <a:lvl3pPr marL="88900" indent="0">
              <a:buNone/>
              <a:defRPr/>
            </a:lvl3pPr>
            <a:lvl4pPr marL="88900" indent="0">
              <a:buNone/>
              <a:defRPr/>
            </a:lvl4pPr>
            <a:lvl5pPr marL="88900" indent="0">
              <a:buNone/>
              <a:defRPr/>
            </a:lvl5pPr>
          </a:lstStyle>
          <a:p>
            <a:pPr lvl="0"/>
            <a:r>
              <a:rPr lang="en-US" dirty="0"/>
              <a:t>Edit text</a:t>
            </a:r>
          </a:p>
        </p:txBody>
      </p:sp>
      <p:sp>
        <p:nvSpPr>
          <p:cNvPr id="16"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5301" y="1914129"/>
            <a:ext cx="3592020" cy="2277604"/>
          </a:xfrm>
        </p:spPr>
        <p:txBody>
          <a:bodyPr anchor="b" anchorCtr="0">
            <a:noAutofit/>
          </a:bodyPr>
          <a:lstStyle>
            <a:lvl1pPr algn="l">
              <a:lnSpc>
                <a:spcPct val="100000"/>
              </a:lnSpc>
              <a:defRPr sz="3600"/>
            </a:lvl1pPr>
          </a:lstStyle>
          <a:p>
            <a:r>
              <a:rPr lang="en-US" noProof="0" dirty="0"/>
              <a:t>CLICK TO EDIT TITLE</a:t>
            </a:r>
            <a:endParaRPr lang="en-GB" noProof="0" dirty="0"/>
          </a:p>
        </p:txBody>
      </p:sp>
      <p:grpSp>
        <p:nvGrpSpPr>
          <p:cNvPr id="2" name="Group 1"/>
          <p:cNvGrpSpPr/>
          <p:nvPr userDrawn="1"/>
        </p:nvGrpSpPr>
        <p:grpSpPr>
          <a:xfrm>
            <a:off x="-1420" y="3503895"/>
            <a:ext cx="6359624" cy="2437013"/>
            <a:chOff x="-1420" y="3503895"/>
            <a:chExt cx="6359624" cy="2437013"/>
          </a:xfrm>
          <a:solidFill>
            <a:srgbClr val="004050"/>
          </a:solidFill>
        </p:grpSpPr>
        <p:sp>
          <p:nvSpPr>
            <p:cNvPr id="36" name="Freeform 35">
              <a:extLst>
                <a:ext uri="{FF2B5EF4-FFF2-40B4-BE49-F238E27FC236}">
                  <a16:creationId xmlns:a16="http://schemas.microsoft.com/office/drawing/2014/main" id="{2F450B4C-241D-A544-BBEF-175E01D6A139}"/>
                </a:ext>
              </a:extLst>
            </p:cNvPr>
            <p:cNvSpPr/>
            <p:nvPr userDrawn="1"/>
          </p:nvSpPr>
          <p:spPr>
            <a:xfrm>
              <a:off x="-1420" y="3503895"/>
              <a:ext cx="5273560" cy="1035156"/>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8896 w 1668896"/>
                <a:gd name="connsiteY0" fmla="*/ 248186 h 248186"/>
                <a:gd name="connsiteX1" fmla="*/ 405622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331 w 1264176"/>
                <a:gd name="connsiteY1" fmla="*/ 247615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64176" h="248186">
                  <a:moveTo>
                    <a:pt x="1264176" y="248186"/>
                  </a:moveTo>
                  <a:lnTo>
                    <a:pt x="331" y="247615"/>
                  </a:lnTo>
                  <a:cubicBezTo>
                    <a:pt x="-110" y="229052"/>
                    <a:pt x="441" y="211631"/>
                    <a:pt x="0" y="193068"/>
                  </a:cubicBezTo>
                  <a:lnTo>
                    <a:pt x="1118190" y="192497"/>
                  </a:lnTo>
                  <a:cubicBezTo>
                    <a:pt x="1060341" y="134140"/>
                    <a:pt x="1007065" y="74768"/>
                    <a:pt x="971505" y="219"/>
                  </a:cubicBezTo>
                  <a:cubicBezTo>
                    <a:pt x="991888" y="219"/>
                    <a:pt x="1010748" y="854"/>
                    <a:pt x="1029544" y="219"/>
                  </a:cubicBezTo>
                  <a:cubicBezTo>
                    <a:pt x="1038336" y="-1141"/>
                    <a:pt x="1046848" y="3956"/>
                    <a:pt x="1049800" y="12347"/>
                  </a:cubicBezTo>
                  <a:cubicBezTo>
                    <a:pt x="1067362" y="45816"/>
                    <a:pt x="1089035" y="76961"/>
                    <a:pt x="1114316" y="105057"/>
                  </a:cubicBezTo>
                  <a:cubicBezTo>
                    <a:pt x="1157944" y="155126"/>
                    <a:pt x="1206160" y="201004"/>
                    <a:pt x="1258335" y="242090"/>
                  </a:cubicBezTo>
                  <a:cubicBezTo>
                    <a:pt x="1260113" y="243551"/>
                    <a:pt x="1261890" y="245011"/>
                    <a:pt x="1263541" y="246535"/>
                  </a:cubicBezTo>
                  <a:cubicBezTo>
                    <a:pt x="1263859" y="246599"/>
                    <a:pt x="1263859" y="247170"/>
                    <a:pt x="1264176" y="248186"/>
                  </a:cubicBezTo>
                  <a:close/>
                </a:path>
              </a:pathLst>
            </a:custGeom>
            <a:grpFill/>
            <a:ln w="6350" cap="flat">
              <a:noFill/>
              <a:prstDash val="solid"/>
              <a:miter/>
            </a:ln>
          </p:spPr>
          <p:txBody>
            <a:bodyPr rtlCol="0" anchor="ctr"/>
            <a:lstStyle/>
            <a:p>
              <a:endParaRPr lang="en-GB"/>
            </a:p>
          </p:txBody>
        </p:sp>
        <p:sp>
          <p:nvSpPr>
            <p:cNvPr id="37" name="Freeform 36">
              <a:extLst>
                <a:ext uri="{FF2B5EF4-FFF2-40B4-BE49-F238E27FC236}">
                  <a16:creationId xmlns:a16="http://schemas.microsoft.com/office/drawing/2014/main" id="{17BA7C41-EA1C-2F4D-90C7-EC472AB85B8A}"/>
                </a:ext>
              </a:extLst>
            </p:cNvPr>
            <p:cNvSpPr/>
            <p:nvPr/>
          </p:nvSpPr>
          <p:spPr>
            <a:xfrm>
              <a:off x="4768849" y="3504279"/>
              <a:ext cx="1589355" cy="2436629"/>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40" name="Freeform 39">
              <a:extLst>
                <a:ext uri="{FF2B5EF4-FFF2-40B4-BE49-F238E27FC236}">
                  <a16:creationId xmlns:a16="http://schemas.microsoft.com/office/drawing/2014/main" id="{2F450B4C-241D-A544-BBEF-175E01D6A139}"/>
                </a:ext>
              </a:extLst>
            </p:cNvPr>
            <p:cNvSpPr/>
            <p:nvPr userDrawn="1"/>
          </p:nvSpPr>
          <p:spPr>
            <a:xfrm flipV="1">
              <a:off x="-1420" y="4902788"/>
              <a:ext cx="5273560" cy="1035156"/>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8896 w 1668896"/>
                <a:gd name="connsiteY0" fmla="*/ 248186 h 248186"/>
                <a:gd name="connsiteX1" fmla="*/ 405622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331 w 1264176"/>
                <a:gd name="connsiteY1" fmla="*/ 247615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64176" h="248186">
                  <a:moveTo>
                    <a:pt x="1264176" y="248186"/>
                  </a:moveTo>
                  <a:lnTo>
                    <a:pt x="331" y="247615"/>
                  </a:lnTo>
                  <a:cubicBezTo>
                    <a:pt x="-110" y="229052"/>
                    <a:pt x="441" y="211631"/>
                    <a:pt x="0" y="193068"/>
                  </a:cubicBezTo>
                  <a:lnTo>
                    <a:pt x="1118190" y="192497"/>
                  </a:lnTo>
                  <a:cubicBezTo>
                    <a:pt x="1060341" y="134140"/>
                    <a:pt x="1007065" y="74768"/>
                    <a:pt x="971505" y="219"/>
                  </a:cubicBezTo>
                  <a:cubicBezTo>
                    <a:pt x="991888" y="219"/>
                    <a:pt x="1010748" y="854"/>
                    <a:pt x="1029544" y="219"/>
                  </a:cubicBezTo>
                  <a:cubicBezTo>
                    <a:pt x="1038336" y="-1141"/>
                    <a:pt x="1046848" y="3956"/>
                    <a:pt x="1049800" y="12347"/>
                  </a:cubicBezTo>
                  <a:cubicBezTo>
                    <a:pt x="1067362" y="45816"/>
                    <a:pt x="1089035" y="76961"/>
                    <a:pt x="1114316" y="105057"/>
                  </a:cubicBezTo>
                  <a:cubicBezTo>
                    <a:pt x="1157944" y="155126"/>
                    <a:pt x="1206160" y="201004"/>
                    <a:pt x="1258335" y="242090"/>
                  </a:cubicBezTo>
                  <a:cubicBezTo>
                    <a:pt x="1260113" y="243551"/>
                    <a:pt x="1261890" y="245011"/>
                    <a:pt x="1263541" y="246535"/>
                  </a:cubicBezTo>
                  <a:cubicBezTo>
                    <a:pt x="1263859" y="246599"/>
                    <a:pt x="1263859" y="247170"/>
                    <a:pt x="1264176" y="248186"/>
                  </a:cubicBezTo>
                  <a:close/>
                </a:path>
              </a:pathLst>
            </a:custGeom>
            <a:grp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1198876426"/>
      </p:ext>
    </p:extLst>
  </p:cSld>
  <p:clrMapOvr>
    <a:masterClrMapping/>
  </p:clrMapOvr>
  <p:extLst>
    <p:ext uri="{DCECCB84-F9BA-43D5-87BE-67443E8EF086}">
      <p15:sldGuideLst xmlns:p15="http://schemas.microsoft.com/office/powerpoint/2012/main">
        <p15:guide id="1" orient="horz" pos="3634">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slide 1">
    <p:bg>
      <p:bgPr>
        <a:solidFill>
          <a:srgbClr val="09EDB8"/>
        </a:solidFill>
        <a:effectLst/>
      </p:bgPr>
    </p:bg>
    <p:spTree>
      <p:nvGrpSpPr>
        <p:cNvPr id="1" name=""/>
        <p:cNvGrpSpPr/>
        <p:nvPr/>
      </p:nvGrpSpPr>
      <p:grpSpPr>
        <a:xfrm>
          <a:off x="0" y="0"/>
          <a:ext cx="0" cy="0"/>
          <a:chOff x="0" y="0"/>
          <a:chExt cx="0" cy="0"/>
        </a:xfrm>
      </p:grpSpPr>
      <p:pic>
        <p:nvPicPr>
          <p:cNvPr id="7" name="Picture 6"/>
          <p:cNvPicPr>
            <a:picLocks noChangeAspect="1"/>
          </p:cNvPicPr>
          <p:nvPr userDrawn="1"/>
        </p:nvPicPr>
        <p:blipFill rotWithShape="1">
          <a:blip r:embed="rId2">
            <a:extLst>
              <a:ext uri="{28A0092B-C50C-407E-A947-70E740481C1C}">
                <a14:useLocalDpi xmlns:a14="http://schemas.microsoft.com/office/drawing/2010/main" val="0"/>
              </a:ext>
            </a:extLst>
          </a:blip>
          <a:srcRect/>
          <a:stretch/>
        </p:blipFill>
        <p:spPr>
          <a:xfrm>
            <a:off x="6644640" y="15240"/>
            <a:ext cx="5547360" cy="6842760"/>
          </a:xfrm>
          <a:prstGeom prst="rect">
            <a:avLst/>
          </a:prstGeom>
        </p:spPr>
      </p:pic>
      <p:pic>
        <p:nvPicPr>
          <p:cNvPr id="6" name="Graphic 29">
            <a:extLst>
              <a:ext uri="{FF2B5EF4-FFF2-40B4-BE49-F238E27FC236}">
                <a16:creationId xmlns:a16="http://schemas.microsoft.com/office/drawing/2014/main" id="{572E6A4A-143B-E94B-A1BF-29C50E635AE7}"/>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0900" y="302477"/>
            <a:ext cx="2643023" cy="1610367"/>
          </a:xfrm>
          <a:prstGeom prst="rect">
            <a:avLst/>
          </a:prstGeom>
        </p:spPr>
      </p:pic>
      <p:sp>
        <p:nvSpPr>
          <p:cNvPr id="8" name="Text Placeholder 6"/>
          <p:cNvSpPr>
            <a:spLocks noGrp="1"/>
          </p:cNvSpPr>
          <p:nvPr>
            <p:ph type="body" sz="quarter" idx="12" hasCustomPrompt="1"/>
          </p:nvPr>
        </p:nvSpPr>
        <p:spPr>
          <a:xfrm>
            <a:off x="385300" y="5306004"/>
            <a:ext cx="3534471" cy="1186921"/>
          </a:xfrm>
        </p:spPr>
        <p:txBody>
          <a:bodyPr/>
          <a:lstStyle>
            <a:lvl1pPr marL="0" marR="0" indent="0" algn="l" defTabSz="914400" rtl="0" eaLnBrk="1" fontAlgn="auto" latinLnBrk="0" hangingPunct="1">
              <a:lnSpc>
                <a:spcPct val="100000"/>
              </a:lnSpc>
              <a:spcBef>
                <a:spcPts val="0"/>
              </a:spcBef>
              <a:spcAft>
                <a:spcPts val="0"/>
              </a:spcAft>
              <a:buClrTx/>
              <a:buSzPct val="115000"/>
              <a:buFontTx/>
              <a:buNone/>
              <a:tabLst/>
              <a:defRPr sz="1600" b="0"/>
            </a:lvl1pPr>
            <a:lvl2pPr marL="374650" indent="-285750">
              <a:buFont typeface="Arial" panose="020B0604020202020204" pitchFamily="34" charset="0"/>
              <a:buChar char="•"/>
              <a:defRPr/>
            </a:lvl2pPr>
            <a:lvl3pPr marL="88900" indent="0">
              <a:buNone/>
              <a:defRPr/>
            </a:lvl3pPr>
            <a:lvl4pPr marL="88900" indent="0">
              <a:buNone/>
              <a:defRPr/>
            </a:lvl4pPr>
            <a:lvl5pPr marL="88900" indent="0">
              <a:buNone/>
              <a:defRPr/>
            </a:lvl5pPr>
          </a:lstStyle>
          <a:p>
            <a:pPr lvl="0"/>
            <a:r>
              <a:rPr lang="en-US" dirty="0"/>
              <a:t>Edit text</a:t>
            </a:r>
          </a:p>
        </p:txBody>
      </p:sp>
      <p:sp>
        <p:nvSpPr>
          <p:cNvPr id="18"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5301" y="1914129"/>
            <a:ext cx="3592020" cy="2277604"/>
          </a:xfrm>
        </p:spPr>
        <p:txBody>
          <a:bodyPr anchor="b" anchorCtr="0">
            <a:noAutofit/>
          </a:bodyPr>
          <a:lstStyle>
            <a:lvl1pPr algn="l">
              <a:lnSpc>
                <a:spcPct val="100000"/>
              </a:lnSpc>
              <a:defRPr sz="3600"/>
            </a:lvl1pPr>
          </a:lstStyle>
          <a:p>
            <a:r>
              <a:rPr lang="en-US" noProof="0" dirty="0"/>
              <a:t>CLICK TO EDIT TITLE</a:t>
            </a:r>
            <a:endParaRPr lang="en-GB" noProof="0" dirty="0"/>
          </a:p>
        </p:txBody>
      </p:sp>
      <p:grpSp>
        <p:nvGrpSpPr>
          <p:cNvPr id="16" name="Group 15"/>
          <p:cNvGrpSpPr/>
          <p:nvPr userDrawn="1"/>
        </p:nvGrpSpPr>
        <p:grpSpPr>
          <a:xfrm>
            <a:off x="-1420" y="3503895"/>
            <a:ext cx="6359624" cy="2437013"/>
            <a:chOff x="-1420" y="3503895"/>
            <a:chExt cx="6359624" cy="2437013"/>
          </a:xfrm>
          <a:solidFill>
            <a:srgbClr val="004050"/>
          </a:solidFill>
        </p:grpSpPr>
        <p:sp>
          <p:nvSpPr>
            <p:cNvPr id="17" name="Freeform 16">
              <a:extLst>
                <a:ext uri="{FF2B5EF4-FFF2-40B4-BE49-F238E27FC236}">
                  <a16:creationId xmlns:a16="http://schemas.microsoft.com/office/drawing/2014/main" id="{2F450B4C-241D-A544-BBEF-175E01D6A139}"/>
                </a:ext>
              </a:extLst>
            </p:cNvPr>
            <p:cNvSpPr/>
            <p:nvPr userDrawn="1"/>
          </p:nvSpPr>
          <p:spPr>
            <a:xfrm>
              <a:off x="-1420" y="3503895"/>
              <a:ext cx="5273560" cy="1035156"/>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8896 w 1668896"/>
                <a:gd name="connsiteY0" fmla="*/ 248186 h 248186"/>
                <a:gd name="connsiteX1" fmla="*/ 405622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331 w 1264176"/>
                <a:gd name="connsiteY1" fmla="*/ 247615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64176" h="248186">
                  <a:moveTo>
                    <a:pt x="1264176" y="248186"/>
                  </a:moveTo>
                  <a:lnTo>
                    <a:pt x="331" y="247615"/>
                  </a:lnTo>
                  <a:cubicBezTo>
                    <a:pt x="-110" y="229052"/>
                    <a:pt x="441" y="211631"/>
                    <a:pt x="0" y="193068"/>
                  </a:cubicBezTo>
                  <a:lnTo>
                    <a:pt x="1118190" y="192497"/>
                  </a:lnTo>
                  <a:cubicBezTo>
                    <a:pt x="1060341" y="134140"/>
                    <a:pt x="1007065" y="74768"/>
                    <a:pt x="971505" y="219"/>
                  </a:cubicBezTo>
                  <a:cubicBezTo>
                    <a:pt x="991888" y="219"/>
                    <a:pt x="1010748" y="854"/>
                    <a:pt x="1029544" y="219"/>
                  </a:cubicBezTo>
                  <a:cubicBezTo>
                    <a:pt x="1038336" y="-1141"/>
                    <a:pt x="1046848" y="3956"/>
                    <a:pt x="1049800" y="12347"/>
                  </a:cubicBezTo>
                  <a:cubicBezTo>
                    <a:pt x="1067362" y="45816"/>
                    <a:pt x="1089035" y="76961"/>
                    <a:pt x="1114316" y="105057"/>
                  </a:cubicBezTo>
                  <a:cubicBezTo>
                    <a:pt x="1157944" y="155126"/>
                    <a:pt x="1206160" y="201004"/>
                    <a:pt x="1258335" y="242090"/>
                  </a:cubicBezTo>
                  <a:cubicBezTo>
                    <a:pt x="1260113" y="243551"/>
                    <a:pt x="1261890" y="245011"/>
                    <a:pt x="1263541" y="246535"/>
                  </a:cubicBezTo>
                  <a:cubicBezTo>
                    <a:pt x="1263859" y="246599"/>
                    <a:pt x="1263859" y="247170"/>
                    <a:pt x="1264176" y="248186"/>
                  </a:cubicBezTo>
                  <a:close/>
                </a:path>
              </a:pathLst>
            </a:custGeom>
            <a:grpFill/>
            <a:ln w="6350" cap="flat">
              <a:noFill/>
              <a:prstDash val="solid"/>
              <a:miter/>
            </a:ln>
          </p:spPr>
          <p:txBody>
            <a:bodyPr rtlCol="0" anchor="ctr"/>
            <a:lstStyle/>
            <a:p>
              <a:endParaRPr lang="en-GB"/>
            </a:p>
          </p:txBody>
        </p:sp>
        <p:sp>
          <p:nvSpPr>
            <p:cNvPr id="19" name="Freeform 18">
              <a:extLst>
                <a:ext uri="{FF2B5EF4-FFF2-40B4-BE49-F238E27FC236}">
                  <a16:creationId xmlns:a16="http://schemas.microsoft.com/office/drawing/2014/main" id="{17BA7C41-EA1C-2F4D-90C7-EC472AB85B8A}"/>
                </a:ext>
              </a:extLst>
            </p:cNvPr>
            <p:cNvSpPr/>
            <p:nvPr/>
          </p:nvSpPr>
          <p:spPr>
            <a:xfrm>
              <a:off x="4768849" y="3504279"/>
              <a:ext cx="1589355" cy="2436629"/>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20" name="Freeform 19">
              <a:extLst>
                <a:ext uri="{FF2B5EF4-FFF2-40B4-BE49-F238E27FC236}">
                  <a16:creationId xmlns:a16="http://schemas.microsoft.com/office/drawing/2014/main" id="{2F450B4C-241D-A544-BBEF-175E01D6A139}"/>
                </a:ext>
              </a:extLst>
            </p:cNvPr>
            <p:cNvSpPr/>
            <p:nvPr userDrawn="1"/>
          </p:nvSpPr>
          <p:spPr>
            <a:xfrm flipV="1">
              <a:off x="-1420" y="4902788"/>
              <a:ext cx="5273560" cy="1035156"/>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8896 w 1668896"/>
                <a:gd name="connsiteY0" fmla="*/ 248186 h 248186"/>
                <a:gd name="connsiteX1" fmla="*/ 405622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331 w 1264176"/>
                <a:gd name="connsiteY1" fmla="*/ 247615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64176" h="248186">
                  <a:moveTo>
                    <a:pt x="1264176" y="248186"/>
                  </a:moveTo>
                  <a:lnTo>
                    <a:pt x="331" y="247615"/>
                  </a:lnTo>
                  <a:cubicBezTo>
                    <a:pt x="-110" y="229052"/>
                    <a:pt x="441" y="211631"/>
                    <a:pt x="0" y="193068"/>
                  </a:cubicBezTo>
                  <a:lnTo>
                    <a:pt x="1118190" y="192497"/>
                  </a:lnTo>
                  <a:cubicBezTo>
                    <a:pt x="1060341" y="134140"/>
                    <a:pt x="1007065" y="74768"/>
                    <a:pt x="971505" y="219"/>
                  </a:cubicBezTo>
                  <a:cubicBezTo>
                    <a:pt x="991888" y="219"/>
                    <a:pt x="1010748" y="854"/>
                    <a:pt x="1029544" y="219"/>
                  </a:cubicBezTo>
                  <a:cubicBezTo>
                    <a:pt x="1038336" y="-1141"/>
                    <a:pt x="1046848" y="3956"/>
                    <a:pt x="1049800" y="12347"/>
                  </a:cubicBezTo>
                  <a:cubicBezTo>
                    <a:pt x="1067362" y="45816"/>
                    <a:pt x="1089035" y="76961"/>
                    <a:pt x="1114316" y="105057"/>
                  </a:cubicBezTo>
                  <a:cubicBezTo>
                    <a:pt x="1157944" y="155126"/>
                    <a:pt x="1206160" y="201004"/>
                    <a:pt x="1258335" y="242090"/>
                  </a:cubicBezTo>
                  <a:cubicBezTo>
                    <a:pt x="1260113" y="243551"/>
                    <a:pt x="1261890" y="245011"/>
                    <a:pt x="1263541" y="246535"/>
                  </a:cubicBezTo>
                  <a:cubicBezTo>
                    <a:pt x="1263859" y="246599"/>
                    <a:pt x="1263859" y="247170"/>
                    <a:pt x="1264176" y="248186"/>
                  </a:cubicBezTo>
                  <a:close/>
                </a:path>
              </a:pathLst>
            </a:custGeom>
            <a:grp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2656105774"/>
      </p:ext>
    </p:extLst>
  </p:cSld>
  <p:clrMapOvr>
    <a:masterClrMapping/>
  </p:clrMapOvr>
  <p:extLst>
    <p:ext uri="{DCECCB84-F9BA-43D5-87BE-67443E8EF086}">
      <p15:sldGuideLst xmlns:p15="http://schemas.microsoft.com/office/powerpoint/2012/main">
        <p15:guide id="1" orient="horz" pos="3634">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Housekeeping">
    <p:bg>
      <p:bgPr>
        <a:solidFill>
          <a:schemeClr val="tx1"/>
        </a:solidFill>
        <a:effectLst/>
      </p:bgPr>
    </p:bg>
    <p:spTree>
      <p:nvGrpSpPr>
        <p:cNvPr id="1" name=""/>
        <p:cNvGrpSpPr/>
        <p:nvPr/>
      </p:nvGrpSpPr>
      <p:grpSpPr>
        <a:xfrm>
          <a:off x="0" y="0"/>
          <a:ext cx="0" cy="0"/>
          <a:chOff x="0" y="0"/>
          <a:chExt cx="0" cy="0"/>
        </a:xfrm>
      </p:grpSpPr>
      <p:sp>
        <p:nvSpPr>
          <p:cNvPr id="12" name="object 3">
            <a:extLst>
              <a:ext uri="{FF2B5EF4-FFF2-40B4-BE49-F238E27FC236}">
                <a16:creationId xmlns:a16="http://schemas.microsoft.com/office/drawing/2014/main" id="{3344A4B7-0EC8-AD4A-8611-5B12AB419DC2}"/>
              </a:ext>
            </a:extLst>
          </p:cNvPr>
          <p:cNvSpPr/>
          <p:nvPr userDrawn="1"/>
        </p:nvSpPr>
        <p:spPr>
          <a:xfrm>
            <a:off x="0" y="0"/>
            <a:ext cx="11808125" cy="4657785"/>
          </a:xfrm>
          <a:custGeom>
            <a:avLst/>
            <a:gdLst/>
            <a:ahLst/>
            <a:cxnLst/>
            <a:rect l="l" t="t" r="r" b="b"/>
            <a:pathLst>
              <a:path w="15645765" h="6171565">
                <a:moveTo>
                  <a:pt x="12954792" y="0"/>
                </a:moveTo>
                <a:lnTo>
                  <a:pt x="9989330" y="0"/>
                </a:lnTo>
                <a:lnTo>
                  <a:pt x="11612737" y="1621505"/>
                </a:lnTo>
                <a:lnTo>
                  <a:pt x="11603898" y="1638231"/>
                </a:lnTo>
                <a:lnTo>
                  <a:pt x="0" y="1638231"/>
                </a:lnTo>
                <a:lnTo>
                  <a:pt x="0" y="3701600"/>
                </a:lnTo>
                <a:lnTo>
                  <a:pt x="11623393" y="3701600"/>
                </a:lnTo>
                <a:lnTo>
                  <a:pt x="9157358" y="6164994"/>
                </a:lnTo>
                <a:lnTo>
                  <a:pt x="9229199" y="6169201"/>
                </a:lnTo>
                <a:lnTo>
                  <a:pt x="9246778" y="6169604"/>
                </a:lnTo>
                <a:lnTo>
                  <a:pt x="12044487" y="6171255"/>
                </a:lnTo>
                <a:lnTo>
                  <a:pt x="12085365" y="6167625"/>
                </a:lnTo>
                <a:lnTo>
                  <a:pt x="12120998" y="6156469"/>
                </a:lnTo>
                <a:lnTo>
                  <a:pt x="12153240" y="6137640"/>
                </a:lnTo>
                <a:lnTo>
                  <a:pt x="12183945" y="6110993"/>
                </a:lnTo>
                <a:lnTo>
                  <a:pt x="15546143" y="2748262"/>
                </a:lnTo>
                <a:lnTo>
                  <a:pt x="15566761" y="2730440"/>
                </a:lnTo>
                <a:lnTo>
                  <a:pt x="15590311" y="2713899"/>
                </a:lnTo>
                <a:lnTo>
                  <a:pt x="15616627" y="2696820"/>
                </a:lnTo>
                <a:lnTo>
                  <a:pt x="15645546" y="2677383"/>
                </a:lnTo>
                <a:lnTo>
                  <a:pt x="15617183" y="2654144"/>
                </a:lnTo>
                <a:lnTo>
                  <a:pt x="15594873" y="2636172"/>
                </a:lnTo>
                <a:lnTo>
                  <a:pt x="15577002" y="2621305"/>
                </a:lnTo>
                <a:lnTo>
                  <a:pt x="15561955" y="2607381"/>
                </a:lnTo>
                <a:lnTo>
                  <a:pt x="12954792" y="0"/>
                </a:lnTo>
                <a:close/>
              </a:path>
            </a:pathLst>
          </a:custGeom>
          <a:solidFill>
            <a:schemeClr val="tx2"/>
          </a:solidFill>
        </p:spPr>
        <p:txBody>
          <a:bodyPr wrap="square" lIns="0" tIns="0" rIns="0" bIns="0" rtlCol="0"/>
          <a:lstStyle/>
          <a:p>
            <a:endParaRPr sz="1029"/>
          </a:p>
        </p:txBody>
      </p:sp>
      <p:sp>
        <p:nvSpPr>
          <p:cNvPr id="11"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4784" y="3433680"/>
            <a:ext cx="5627171" cy="968987"/>
          </a:xfrm>
        </p:spPr>
        <p:txBody>
          <a:bodyPr anchor="t" anchorCtr="0">
            <a:noAutofit/>
          </a:bodyPr>
          <a:lstStyle>
            <a:lvl1pPr algn="l">
              <a:lnSpc>
                <a:spcPts val="6000"/>
              </a:lnSpc>
              <a:defRPr sz="3600">
                <a:solidFill>
                  <a:schemeClr val="bg1"/>
                </a:solidFill>
              </a:defRPr>
            </a:lvl1pPr>
          </a:lstStyle>
          <a:p>
            <a:r>
              <a:rPr lang="en-US" noProof="0"/>
              <a:t>Housekeeping</a:t>
            </a:r>
            <a:endParaRPr lang="en-GB" noProof="0" dirty="0"/>
          </a:p>
        </p:txBody>
      </p:sp>
      <p:sp>
        <p:nvSpPr>
          <p:cNvPr id="6" name="Text Placeholder 6"/>
          <p:cNvSpPr>
            <a:spLocks noGrp="1"/>
          </p:cNvSpPr>
          <p:nvPr>
            <p:ph type="body" sz="quarter" idx="12" hasCustomPrompt="1"/>
          </p:nvPr>
        </p:nvSpPr>
        <p:spPr>
          <a:xfrm>
            <a:off x="384784" y="4894524"/>
            <a:ext cx="5627171" cy="1186921"/>
          </a:xfrm>
        </p:spPr>
        <p:txBody>
          <a:bodyPr/>
          <a:lstStyle>
            <a:lvl1pPr marL="342900" marR="0" indent="-342900" algn="l" defTabSz="914400" rtl="0" eaLnBrk="1" fontAlgn="auto" latinLnBrk="0" hangingPunct="1">
              <a:lnSpc>
                <a:spcPct val="100000"/>
              </a:lnSpc>
              <a:spcBef>
                <a:spcPts val="0"/>
              </a:spcBef>
              <a:spcAft>
                <a:spcPts val="0"/>
              </a:spcAft>
              <a:buClrTx/>
              <a:buSzPct val="115000"/>
              <a:buFont typeface="Arial" panose="020B0604020202020204" pitchFamily="34" charset="0"/>
              <a:buChar char="•"/>
              <a:tabLst/>
              <a:defRPr sz="2000" b="0">
                <a:solidFill>
                  <a:schemeClr val="bg1"/>
                </a:solidFill>
              </a:defRPr>
            </a:lvl1pPr>
            <a:lvl2pPr marL="374650" indent="-285750">
              <a:buFont typeface="Arial" panose="020B0604020202020204" pitchFamily="34" charset="0"/>
              <a:buChar char="•"/>
              <a:defRPr/>
            </a:lvl2pPr>
            <a:lvl3pPr marL="88900" indent="0">
              <a:buNone/>
              <a:defRPr/>
            </a:lvl3pPr>
            <a:lvl4pPr marL="88900" indent="0">
              <a:buNone/>
              <a:defRPr/>
            </a:lvl4pPr>
            <a:lvl5pPr marL="88900" indent="0">
              <a:buNone/>
              <a:defRPr/>
            </a:lvl5pPr>
          </a:lstStyle>
          <a:p>
            <a:pPr lvl="0"/>
            <a:r>
              <a:rPr lang="en-US" dirty="0"/>
              <a:t>Edit text</a:t>
            </a:r>
          </a:p>
        </p:txBody>
      </p:sp>
    </p:spTree>
    <p:extLst>
      <p:ext uri="{BB962C8B-B14F-4D97-AF65-F5344CB8AC3E}">
        <p14:creationId xmlns:p14="http://schemas.microsoft.com/office/powerpoint/2010/main" val="42768793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Meet &amp; Greet 1">
    <p:bg>
      <p:bgPr>
        <a:solidFill>
          <a:srgbClr val="38E2BB"/>
        </a:solidFill>
        <a:effectLst/>
      </p:bgPr>
    </p:bg>
    <p:spTree>
      <p:nvGrpSpPr>
        <p:cNvPr id="1" name=""/>
        <p:cNvGrpSpPr/>
        <p:nvPr/>
      </p:nvGrpSpPr>
      <p:grpSpPr>
        <a:xfrm>
          <a:off x="0" y="0"/>
          <a:ext cx="0" cy="0"/>
          <a:chOff x="0" y="0"/>
          <a:chExt cx="0" cy="0"/>
        </a:xfrm>
      </p:grpSpPr>
      <p:pic>
        <p:nvPicPr>
          <p:cNvPr id="2" name="Picture 1"/>
          <p:cNvPicPr>
            <a:picLocks noChangeAspect="1"/>
          </p:cNvPicPr>
          <p:nvPr userDrawn="1"/>
        </p:nvPicPr>
        <p:blipFill rotWithShape="1">
          <a:blip r:embed="rId2">
            <a:extLst>
              <a:ext uri="{28A0092B-C50C-407E-A947-70E740481C1C}">
                <a14:useLocalDpi xmlns:a14="http://schemas.microsoft.com/office/drawing/2010/main" val="0"/>
              </a:ext>
            </a:extLst>
          </a:blip>
          <a:srcRect/>
          <a:stretch/>
        </p:blipFill>
        <p:spPr>
          <a:xfrm>
            <a:off x="4108881" y="-11575"/>
            <a:ext cx="8079261" cy="6875362"/>
          </a:xfrm>
          <a:prstGeom prst="rect">
            <a:avLst/>
          </a:prstGeom>
        </p:spPr>
      </p:pic>
      <p:sp>
        <p:nvSpPr>
          <p:cNvPr id="17"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4785" y="1706477"/>
            <a:ext cx="5002556" cy="808123"/>
          </a:xfrm>
        </p:spPr>
        <p:txBody>
          <a:bodyPr anchor="t" anchorCtr="0">
            <a:noAutofit/>
          </a:bodyPr>
          <a:lstStyle>
            <a:lvl1pPr algn="l">
              <a:lnSpc>
                <a:spcPts val="6000"/>
              </a:lnSpc>
              <a:defRPr sz="3600">
                <a:solidFill>
                  <a:srgbClr val="004050"/>
                </a:solidFill>
              </a:defRPr>
            </a:lvl1pPr>
          </a:lstStyle>
          <a:p>
            <a:r>
              <a:rPr lang="en-US" noProof="0" dirty="0"/>
              <a:t>Meet &amp; Greet</a:t>
            </a:r>
            <a:endParaRPr lang="en-GB" noProof="0" dirty="0"/>
          </a:p>
        </p:txBody>
      </p:sp>
      <p:sp>
        <p:nvSpPr>
          <p:cNvPr id="18" name="Text Placeholder 3"/>
          <p:cNvSpPr>
            <a:spLocks noGrp="1"/>
          </p:cNvSpPr>
          <p:nvPr>
            <p:ph type="body" sz="quarter" idx="10" hasCustomPrompt="1"/>
          </p:nvPr>
        </p:nvSpPr>
        <p:spPr>
          <a:xfrm>
            <a:off x="384785" y="2915404"/>
            <a:ext cx="4278655" cy="3401576"/>
          </a:xfrm>
        </p:spPr>
        <p:txBody>
          <a:bodyPr/>
          <a:lstStyle>
            <a:lvl1pPr>
              <a:lnSpc>
                <a:spcPct val="100000"/>
              </a:lnSpc>
              <a:defRPr b="0" baseline="0"/>
            </a:lvl1pPr>
          </a:lstStyle>
          <a:p>
            <a:pPr lvl="0"/>
            <a:r>
              <a:rPr lang="en-US" dirty="0"/>
              <a:t>Click to edit instructions</a:t>
            </a:r>
          </a:p>
        </p:txBody>
      </p:sp>
    </p:spTree>
    <p:extLst>
      <p:ext uri="{BB962C8B-B14F-4D97-AF65-F5344CB8AC3E}">
        <p14:creationId xmlns:p14="http://schemas.microsoft.com/office/powerpoint/2010/main" val="4045959733"/>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3_03 Section Divider">
    <p:bg>
      <p:bgPr>
        <a:solidFill>
          <a:schemeClr val="tx2"/>
        </a:solidFill>
        <a:effectLst/>
      </p:bgPr>
    </p:bg>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76239" y="1556247"/>
            <a:ext cx="5810250" cy="2277604"/>
          </a:xfrm>
        </p:spPr>
        <p:txBody>
          <a:bodyPr anchor="b" anchorCtr="0">
            <a:noAutofit/>
          </a:bodyPr>
          <a:lstStyle>
            <a:lvl1pPr algn="l">
              <a:lnSpc>
                <a:spcPct val="90000"/>
              </a:lnSpc>
              <a:defRPr sz="3600" spc="60" baseline="0">
                <a:solidFill>
                  <a:srgbClr val="004050"/>
                </a:solidFill>
              </a:defRPr>
            </a:lvl1pPr>
          </a:lstStyle>
          <a:p>
            <a:r>
              <a:rPr lang="en-US" noProof="0" dirty="0"/>
              <a:t>CLICK TO EDIT </a:t>
            </a:r>
            <a:br>
              <a:rPr lang="en-US" noProof="0" dirty="0"/>
            </a:br>
            <a:r>
              <a:rPr lang="en-US" noProof="0" dirty="0"/>
              <a:t>MASTER TITLE STYLE</a:t>
            </a:r>
            <a:endParaRPr lang="en-GB" noProof="0" dirty="0"/>
          </a:p>
        </p:txBody>
      </p:sp>
      <p:grpSp>
        <p:nvGrpSpPr>
          <p:cNvPr id="27" name="Group 26"/>
          <p:cNvGrpSpPr/>
          <p:nvPr userDrawn="1"/>
        </p:nvGrpSpPr>
        <p:grpSpPr>
          <a:xfrm>
            <a:off x="-2229" y="2361812"/>
            <a:ext cx="11067619" cy="4502135"/>
            <a:chOff x="-2229" y="2361812"/>
            <a:chExt cx="11067619" cy="4502135"/>
          </a:xfrm>
          <a:solidFill>
            <a:srgbClr val="004050"/>
          </a:solidFill>
        </p:grpSpPr>
        <p:sp>
          <p:nvSpPr>
            <p:cNvPr id="28" name="Freeform 27">
              <a:extLst>
                <a:ext uri="{FF2B5EF4-FFF2-40B4-BE49-F238E27FC236}">
                  <a16:creationId xmlns:a16="http://schemas.microsoft.com/office/drawing/2014/main" id="{2F450B4C-241D-A544-BBEF-175E01D6A139}"/>
                </a:ext>
              </a:extLst>
            </p:cNvPr>
            <p:cNvSpPr/>
            <p:nvPr userDrawn="1"/>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sp>
          <p:nvSpPr>
            <p:cNvPr id="29" name="Freeform 28">
              <a:extLst>
                <a:ext uri="{FF2B5EF4-FFF2-40B4-BE49-F238E27FC236}">
                  <a16:creationId xmlns:a16="http://schemas.microsoft.com/office/drawing/2014/main" id="{17BA7C41-EA1C-2F4D-90C7-EC472AB85B8A}"/>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30" name="Freeform 29">
              <a:extLst>
                <a:ext uri="{FF2B5EF4-FFF2-40B4-BE49-F238E27FC236}">
                  <a16:creationId xmlns:a16="http://schemas.microsoft.com/office/drawing/2014/main" id="{2F450B4C-241D-A544-BBEF-175E01D6A139}"/>
                </a:ext>
              </a:extLst>
            </p:cNvPr>
            <p:cNvSpPr/>
            <p:nvPr userDrawn="1"/>
          </p:nvSpPr>
          <p:spPr>
            <a:xfrm flipV="1">
              <a:off x="-2229" y="49513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200292185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Overview or quotes 04">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rgbClr val="004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7" name="Text Placeholder 4"/>
          <p:cNvSpPr>
            <a:spLocks noGrp="1"/>
          </p:cNvSpPr>
          <p:nvPr>
            <p:ph type="body" sz="quarter" idx="15" hasCustomPrompt="1"/>
          </p:nvPr>
        </p:nvSpPr>
        <p:spPr>
          <a:xfrm>
            <a:off x="5037137" y="1349984"/>
            <a:ext cx="6770688" cy="5119407"/>
          </a:xfrm>
        </p:spPr>
        <p:txBody>
          <a:bodyPr/>
          <a:lstStyle>
            <a:lvl1pPr marL="0" indent="0">
              <a:lnSpc>
                <a:spcPct val="100000"/>
              </a:lnSpc>
              <a:buFont typeface="Arial" panose="020B0604020202020204" pitchFamily="34" charset="0"/>
              <a:buNone/>
              <a:defRPr sz="2000" b="0"/>
            </a:lvl1pPr>
            <a:lvl2pPr marL="180000" indent="-180000">
              <a:lnSpc>
                <a:spcPct val="100000"/>
              </a:lnSpc>
              <a:buFont typeface="Arial" panose="020B0604020202020204" pitchFamily="34" charset="0"/>
              <a:buChar char="•"/>
              <a:defRPr sz="2000"/>
            </a:lvl2pPr>
            <a:lvl3pPr marL="180000" indent="-180000">
              <a:buFont typeface="Arial" panose="020B0604020202020204" pitchFamily="34" charset="0"/>
              <a:buChar char="•"/>
              <a:defRPr sz="2000"/>
            </a:lvl3pPr>
            <a:lvl4pPr marL="180000" indent="-180000">
              <a:buFont typeface="Arial" panose="020B0604020202020204" pitchFamily="34" charset="0"/>
              <a:buChar char="•"/>
              <a:defRPr sz="2000"/>
            </a:lvl4pPr>
            <a:lvl5pPr marL="180000" indent="-180000">
              <a:buFont typeface="Arial" panose="020B0604020202020204" pitchFamily="34" charset="0"/>
              <a:buChar char="•"/>
              <a:defRPr sz="2000"/>
            </a:lvl5pPr>
          </a:lstStyle>
          <a:p>
            <a:pPr lvl="0"/>
            <a:r>
              <a:rPr lang="en-US" dirty="0"/>
              <a:t>Edit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Freeform 12">
            <a:extLst>
              <a:ext uri="{FF2B5EF4-FFF2-40B4-BE49-F238E27FC236}">
                <a16:creationId xmlns:a16="http://schemas.microsoft.com/office/drawing/2014/main" id="{DF3D0604-3EEB-7547-A86F-8B3EFC40A3EC}"/>
              </a:ext>
            </a:extLst>
          </p:cNvPr>
          <p:cNvSpPr/>
          <p:nvPr userDrawn="1"/>
        </p:nvSpPr>
        <p:spPr>
          <a:xfrm>
            <a:off x="384784" y="4504759"/>
            <a:ext cx="4321328" cy="1964632"/>
          </a:xfrm>
          <a:custGeom>
            <a:avLst/>
            <a:gdLst>
              <a:gd name="connsiteX0" fmla="*/ 1010833 w 1009650"/>
              <a:gd name="connsiteY0" fmla="*/ 229067 h 457200"/>
              <a:gd name="connsiteX1" fmla="*/ 972733 w 1009650"/>
              <a:gd name="connsiteY1" fmla="*/ 246593 h 457200"/>
              <a:gd name="connsiteX2" fmla="*/ 768072 w 1009650"/>
              <a:gd name="connsiteY2" fmla="*/ 348701 h 457200"/>
              <a:gd name="connsiteX3" fmla="*/ 658853 w 1009650"/>
              <a:gd name="connsiteY3" fmla="*/ 435887 h 457200"/>
              <a:gd name="connsiteX4" fmla="*/ 625770 w 1009650"/>
              <a:gd name="connsiteY4" fmla="*/ 457159 h 457200"/>
              <a:gd name="connsiteX5" fmla="*/ 594020 w 1009650"/>
              <a:gd name="connsiteY5" fmla="*/ 447126 h 457200"/>
              <a:gd name="connsiteX6" fmla="*/ 591352 w 1009650"/>
              <a:gd name="connsiteY6" fmla="*/ 428076 h 457200"/>
              <a:gd name="connsiteX7" fmla="*/ 620117 w 1009650"/>
              <a:gd name="connsiteY7" fmla="*/ 377721 h 457200"/>
              <a:gd name="connsiteX8" fmla="*/ 677966 w 1009650"/>
              <a:gd name="connsiteY8" fmla="*/ 290281 h 457200"/>
              <a:gd name="connsiteX9" fmla="*/ 688507 w 1009650"/>
              <a:gd name="connsiteY9" fmla="*/ 269136 h 457200"/>
              <a:gd name="connsiteX10" fmla="*/ 674410 w 1009650"/>
              <a:gd name="connsiteY10" fmla="*/ 241704 h 457200"/>
              <a:gd name="connsiteX11" fmla="*/ 636310 w 1009650"/>
              <a:gd name="connsiteY11" fmla="*/ 240307 h 457200"/>
              <a:gd name="connsiteX12" fmla="*/ 469495 w 1009650"/>
              <a:gd name="connsiteY12" fmla="*/ 274597 h 457200"/>
              <a:gd name="connsiteX13" fmla="*/ 356846 w 1009650"/>
              <a:gd name="connsiteY13" fmla="*/ 325905 h 457200"/>
              <a:gd name="connsiteX14" fmla="*/ 235752 w 1009650"/>
              <a:gd name="connsiteY14" fmla="*/ 378864 h 457200"/>
              <a:gd name="connsiteX15" fmla="*/ 118468 w 1009650"/>
              <a:gd name="connsiteY15" fmla="*/ 386611 h 457200"/>
              <a:gd name="connsiteX16" fmla="*/ 4168 w 1009650"/>
              <a:gd name="connsiteY16" fmla="*/ 268882 h 457200"/>
              <a:gd name="connsiteX17" fmla="*/ 25186 w 1009650"/>
              <a:gd name="connsiteY17" fmla="*/ 136802 h 457200"/>
              <a:gd name="connsiteX18" fmla="*/ 149075 w 1009650"/>
              <a:gd name="connsiteY18" fmla="*/ 68476 h 457200"/>
              <a:gd name="connsiteX19" fmla="*/ 296649 w 1009650"/>
              <a:gd name="connsiteY19" fmla="*/ 103464 h 457200"/>
              <a:gd name="connsiteX20" fmla="*/ 415076 w 1009650"/>
              <a:gd name="connsiteY20" fmla="*/ 161059 h 457200"/>
              <a:gd name="connsiteX21" fmla="*/ 572429 w 1009650"/>
              <a:gd name="connsiteY21" fmla="*/ 209255 h 457200"/>
              <a:gd name="connsiteX22" fmla="*/ 649836 w 1009650"/>
              <a:gd name="connsiteY22" fmla="*/ 219161 h 457200"/>
              <a:gd name="connsiteX23" fmla="*/ 675236 w 1009650"/>
              <a:gd name="connsiteY23" fmla="*/ 216812 h 457200"/>
              <a:gd name="connsiteX24" fmla="*/ 690125 w 1009650"/>
              <a:gd name="connsiteY24" fmla="*/ 195995 h 457200"/>
              <a:gd name="connsiteX25" fmla="*/ 688317 w 1009650"/>
              <a:gd name="connsiteY25" fmla="*/ 190586 h 457200"/>
              <a:gd name="connsiteX26" fmla="*/ 667934 w 1009650"/>
              <a:gd name="connsiteY26" fmla="*/ 151343 h 457200"/>
              <a:gd name="connsiteX27" fmla="*/ 603036 w 1009650"/>
              <a:gd name="connsiteY27" fmla="*/ 53871 h 457200"/>
              <a:gd name="connsiteX28" fmla="*/ 591098 w 1009650"/>
              <a:gd name="connsiteY28" fmla="*/ 30820 h 457200"/>
              <a:gd name="connsiteX29" fmla="*/ 608179 w 1009650"/>
              <a:gd name="connsiteY29" fmla="*/ 848 h 457200"/>
              <a:gd name="connsiteX30" fmla="*/ 649200 w 1009650"/>
              <a:gd name="connsiteY30" fmla="*/ 12977 h 457200"/>
              <a:gd name="connsiteX31" fmla="*/ 701905 w 1009650"/>
              <a:gd name="connsiteY31" fmla="*/ 60856 h 457200"/>
              <a:gd name="connsiteX32" fmla="*/ 813474 w 1009650"/>
              <a:gd name="connsiteY32" fmla="*/ 134389 h 457200"/>
              <a:gd name="connsiteX33" fmla="*/ 1006642 w 1009650"/>
              <a:gd name="connsiteY33" fmla="*/ 226972 h 457200"/>
              <a:gd name="connsiteX34" fmla="*/ 1010833 w 1009650"/>
              <a:gd name="connsiteY34" fmla="*/ 229067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457200">
                <a:moveTo>
                  <a:pt x="1010833" y="229067"/>
                </a:moveTo>
                <a:cubicBezTo>
                  <a:pt x="997434" y="235417"/>
                  <a:pt x="984925" y="240815"/>
                  <a:pt x="972733" y="246593"/>
                </a:cubicBezTo>
                <a:cubicBezTo>
                  <a:pt x="903581" y="278724"/>
                  <a:pt x="833668" y="309522"/>
                  <a:pt x="768072" y="348701"/>
                </a:cubicBezTo>
                <a:cubicBezTo>
                  <a:pt x="728311" y="373291"/>
                  <a:pt x="691642" y="402562"/>
                  <a:pt x="658853" y="435887"/>
                </a:cubicBezTo>
                <a:cubicBezTo>
                  <a:pt x="650022" y="445921"/>
                  <a:pt x="638563" y="453288"/>
                  <a:pt x="625770" y="457159"/>
                </a:cubicBezTo>
                <a:cubicBezTo>
                  <a:pt x="614145" y="459928"/>
                  <a:pt x="601942" y="456072"/>
                  <a:pt x="594020" y="447126"/>
                </a:cubicBezTo>
                <a:cubicBezTo>
                  <a:pt x="588841" y="442152"/>
                  <a:pt x="587739" y="434281"/>
                  <a:pt x="591352" y="428076"/>
                </a:cubicBezTo>
                <a:cubicBezTo>
                  <a:pt x="600559" y="411122"/>
                  <a:pt x="609703" y="393977"/>
                  <a:pt x="620117" y="377721"/>
                </a:cubicBezTo>
                <a:cubicBezTo>
                  <a:pt x="639167" y="348320"/>
                  <a:pt x="658853" y="319555"/>
                  <a:pt x="677966" y="290281"/>
                </a:cubicBezTo>
                <a:cubicBezTo>
                  <a:pt x="682182" y="283605"/>
                  <a:pt x="685714" y="276521"/>
                  <a:pt x="688507" y="269136"/>
                </a:cubicBezTo>
                <a:cubicBezTo>
                  <a:pt x="693714" y="255801"/>
                  <a:pt x="688507" y="244244"/>
                  <a:pt x="674410" y="241704"/>
                </a:cubicBezTo>
                <a:cubicBezTo>
                  <a:pt x="661836" y="239482"/>
                  <a:pt x="649014" y="239012"/>
                  <a:pt x="636310" y="240307"/>
                </a:cubicBezTo>
                <a:cubicBezTo>
                  <a:pt x="579541" y="245958"/>
                  <a:pt x="523090" y="254975"/>
                  <a:pt x="469495" y="274597"/>
                </a:cubicBezTo>
                <a:cubicBezTo>
                  <a:pt x="431081" y="289732"/>
                  <a:pt x="393480" y="306858"/>
                  <a:pt x="356846" y="325905"/>
                </a:cubicBezTo>
                <a:cubicBezTo>
                  <a:pt x="317159" y="344955"/>
                  <a:pt x="278233" y="366227"/>
                  <a:pt x="235752" y="378864"/>
                </a:cubicBezTo>
                <a:cubicBezTo>
                  <a:pt x="197915" y="391187"/>
                  <a:pt x="157597" y="393850"/>
                  <a:pt x="118468" y="386611"/>
                </a:cubicBezTo>
                <a:cubicBezTo>
                  <a:pt x="60224" y="373808"/>
                  <a:pt x="15244" y="327478"/>
                  <a:pt x="4168" y="268882"/>
                </a:cubicBezTo>
                <a:cubicBezTo>
                  <a:pt x="-4405" y="222463"/>
                  <a:pt x="-849" y="177505"/>
                  <a:pt x="25186" y="136802"/>
                </a:cubicBezTo>
                <a:cubicBezTo>
                  <a:pt x="53888" y="91971"/>
                  <a:pt x="95925" y="69746"/>
                  <a:pt x="149075" y="68476"/>
                </a:cubicBezTo>
                <a:cubicBezTo>
                  <a:pt x="202224" y="67206"/>
                  <a:pt x="249976" y="81557"/>
                  <a:pt x="296649" y="103464"/>
                </a:cubicBezTo>
                <a:cubicBezTo>
                  <a:pt x="336400" y="122133"/>
                  <a:pt x="375875" y="141331"/>
                  <a:pt x="415076" y="161059"/>
                </a:cubicBezTo>
                <a:cubicBezTo>
                  <a:pt x="464691" y="185237"/>
                  <a:pt x="517785" y="201499"/>
                  <a:pt x="572429" y="209255"/>
                </a:cubicBezTo>
                <a:cubicBezTo>
                  <a:pt x="598126" y="213234"/>
                  <a:pt x="623928" y="216536"/>
                  <a:pt x="649836" y="219161"/>
                </a:cubicBezTo>
                <a:cubicBezTo>
                  <a:pt x="658375" y="219866"/>
                  <a:pt x="666971" y="219071"/>
                  <a:pt x="675236" y="216812"/>
                </a:cubicBezTo>
                <a:cubicBezTo>
                  <a:pt x="685095" y="215175"/>
                  <a:pt x="691762" y="205855"/>
                  <a:pt x="690125" y="195995"/>
                </a:cubicBezTo>
                <a:cubicBezTo>
                  <a:pt x="689812" y="194108"/>
                  <a:pt x="689201" y="192282"/>
                  <a:pt x="688317" y="190586"/>
                </a:cubicBezTo>
                <a:cubicBezTo>
                  <a:pt x="682682" y="176935"/>
                  <a:pt x="675862" y="163803"/>
                  <a:pt x="667934" y="151343"/>
                </a:cubicBezTo>
                <a:cubicBezTo>
                  <a:pt x="646724" y="118577"/>
                  <a:pt x="624499" y="86446"/>
                  <a:pt x="603036" y="53871"/>
                </a:cubicBezTo>
                <a:cubicBezTo>
                  <a:pt x="598297" y="46605"/>
                  <a:pt x="594298" y="38883"/>
                  <a:pt x="591098" y="30820"/>
                </a:cubicBezTo>
                <a:cubicBezTo>
                  <a:pt x="584748" y="15771"/>
                  <a:pt x="592304" y="3833"/>
                  <a:pt x="608179" y="848"/>
                </a:cubicBezTo>
                <a:cubicBezTo>
                  <a:pt x="623012" y="-2026"/>
                  <a:pt x="638315" y="2499"/>
                  <a:pt x="649200" y="12977"/>
                </a:cubicBezTo>
                <a:cubicBezTo>
                  <a:pt x="666917" y="28788"/>
                  <a:pt x="683999" y="45298"/>
                  <a:pt x="701905" y="60856"/>
                </a:cubicBezTo>
                <a:cubicBezTo>
                  <a:pt x="735701" y="90165"/>
                  <a:pt x="773214" y="114889"/>
                  <a:pt x="813474" y="134389"/>
                </a:cubicBezTo>
                <a:cubicBezTo>
                  <a:pt x="877674" y="165631"/>
                  <a:pt x="942253" y="196111"/>
                  <a:pt x="1006642" y="226972"/>
                </a:cubicBezTo>
                <a:cubicBezTo>
                  <a:pt x="1007785" y="227226"/>
                  <a:pt x="1008801" y="227924"/>
                  <a:pt x="1010833" y="229067"/>
                </a:cubicBezTo>
                <a:close/>
              </a:path>
            </a:pathLst>
          </a:custGeom>
          <a:solidFill>
            <a:srgbClr val="09EDB8"/>
          </a:solidFill>
          <a:ln w="6350" cap="flat">
            <a:noFill/>
            <a:prstDash val="solid"/>
            <a:miter/>
          </a:ln>
        </p:spPr>
        <p:txBody>
          <a:bodyPr rtlCol="0" anchor="ctr"/>
          <a:lstStyle/>
          <a:p>
            <a:endParaRPr lang="en-GB"/>
          </a:p>
        </p:txBody>
      </p:sp>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0" name="Text Placeholder 2"/>
          <p:cNvSpPr>
            <a:spLocks noGrp="1"/>
          </p:cNvSpPr>
          <p:nvPr>
            <p:ph type="body" sz="quarter" idx="10" hasCustomPrompt="1"/>
          </p:nvPr>
        </p:nvSpPr>
        <p:spPr>
          <a:xfrm>
            <a:off x="384784" y="1349984"/>
            <a:ext cx="3443732" cy="2751998"/>
          </a:xfrm>
        </p:spPr>
        <p:txBody>
          <a:bodyPr/>
          <a:lstStyle>
            <a:lvl1pPr marL="0" indent="0">
              <a:lnSpc>
                <a:spcPct val="90000"/>
              </a:lnSpc>
              <a:spcAft>
                <a:spcPts val="0"/>
              </a:spcAft>
              <a:buFont typeface="Arial" panose="020B0604020202020204" pitchFamily="34" charset="0"/>
              <a:buNone/>
              <a:defRPr sz="3600" cap="all" spc="60" baseline="0">
                <a:solidFill>
                  <a:srgbClr val="09EDB8"/>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slide title to sit here</a:t>
            </a:r>
          </a:p>
        </p:txBody>
      </p:sp>
    </p:spTree>
    <p:extLst>
      <p:ext uri="{BB962C8B-B14F-4D97-AF65-F5344CB8AC3E}">
        <p14:creationId xmlns:p14="http://schemas.microsoft.com/office/powerpoint/2010/main" val="3589945353"/>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Arrow Left">
    <p:spTree>
      <p:nvGrpSpPr>
        <p:cNvPr id="1" name=""/>
        <p:cNvGrpSpPr/>
        <p:nvPr/>
      </p:nvGrpSpPr>
      <p:grpSpPr>
        <a:xfrm>
          <a:off x="0" y="0"/>
          <a:ext cx="0" cy="0"/>
          <a:chOff x="0" y="0"/>
          <a:chExt cx="0" cy="0"/>
        </a:xfrm>
      </p:grpSpPr>
      <p:sp>
        <p:nvSpPr>
          <p:cNvPr id="3" name="Text Placeholder 2"/>
          <p:cNvSpPr>
            <a:spLocks noGrp="1"/>
          </p:cNvSpPr>
          <p:nvPr>
            <p:ph type="body" sz="quarter" idx="10" hasCustomPrompt="1"/>
          </p:nvPr>
        </p:nvSpPr>
        <p:spPr>
          <a:xfrm>
            <a:off x="384784" y="1242034"/>
            <a:ext cx="3694112" cy="2917842"/>
          </a:xfrm>
        </p:spPr>
        <p:txBody>
          <a:bodyPr anchor="b"/>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5" name="Text Placeholder 4"/>
          <p:cNvSpPr>
            <a:spLocks noGrp="1"/>
          </p:cNvSpPr>
          <p:nvPr>
            <p:ph type="body" sz="quarter" idx="11" hasCustomPrompt="1"/>
          </p:nvPr>
        </p:nvSpPr>
        <p:spPr>
          <a:xfrm>
            <a:off x="6098146" y="579549"/>
            <a:ext cx="5718225" cy="5899039"/>
          </a:xfrm>
        </p:spPr>
        <p:txBody>
          <a:bodyPr/>
          <a:lstStyle>
            <a:lvl1pPr marL="0" indent="0">
              <a:buFont typeface="Arial" panose="020B0604020202020204" pitchFamily="34" charset="0"/>
              <a:buNone/>
              <a:defRPr sz="20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2000"/>
            </a:lvl2pPr>
            <a:lvl3pPr marL="180000" indent="-180000">
              <a:buFont typeface="Arial" panose="020B0604020202020204" pitchFamily="34" charset="0"/>
              <a:buChar char="•"/>
              <a:defRPr sz="20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Edit text</a:t>
            </a:r>
          </a:p>
          <a:p>
            <a:pPr lvl="1"/>
            <a:r>
              <a:rPr lang="en-US" dirty="0"/>
              <a:t>Second level</a:t>
            </a:r>
          </a:p>
          <a:p>
            <a:pPr lvl="2"/>
            <a:r>
              <a:rPr lang="en-GB" dirty="0"/>
              <a:t>Third level</a:t>
            </a:r>
          </a:p>
          <a:p>
            <a:pPr lvl="2"/>
            <a:r>
              <a:rPr lang="en-GB" dirty="0"/>
              <a:t>Fourth level</a:t>
            </a:r>
          </a:p>
          <a:p>
            <a:pPr lvl="2"/>
            <a:r>
              <a:rPr lang="en-GB" dirty="0"/>
              <a:t>Fifth level</a:t>
            </a:r>
          </a:p>
        </p:txBody>
      </p:sp>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grpSp>
        <p:nvGrpSpPr>
          <p:cNvPr id="19" name="Group 18"/>
          <p:cNvGrpSpPr/>
          <p:nvPr userDrawn="1"/>
        </p:nvGrpSpPr>
        <p:grpSpPr>
          <a:xfrm>
            <a:off x="-6058" y="3531457"/>
            <a:ext cx="5797612" cy="2365031"/>
            <a:chOff x="-2229" y="2361812"/>
            <a:chExt cx="11067619" cy="4514835"/>
          </a:xfrm>
          <a:solidFill>
            <a:srgbClr val="09EDB8"/>
          </a:solidFill>
        </p:grpSpPr>
        <p:sp>
          <p:nvSpPr>
            <p:cNvPr id="20" name="Freeform 19">
              <a:extLst>
                <a:ext uri="{FF2B5EF4-FFF2-40B4-BE49-F238E27FC236}">
                  <a16:creationId xmlns:a16="http://schemas.microsoft.com/office/drawing/2014/main" id="{2F450B4C-241D-A544-BBEF-175E01D6A139}"/>
                </a:ext>
              </a:extLst>
            </p:cNvPr>
            <p:cNvSpPr/>
            <p:nvPr userDrawn="1"/>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sp>
          <p:nvSpPr>
            <p:cNvPr id="21" name="Freeform 20">
              <a:extLst>
                <a:ext uri="{FF2B5EF4-FFF2-40B4-BE49-F238E27FC236}">
                  <a16:creationId xmlns:a16="http://schemas.microsoft.com/office/drawing/2014/main" id="{17BA7C41-EA1C-2F4D-90C7-EC472AB85B8A}"/>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22" name="Freeform 21">
              <a:extLst>
                <a:ext uri="{FF2B5EF4-FFF2-40B4-BE49-F238E27FC236}">
                  <a16:creationId xmlns:a16="http://schemas.microsoft.com/office/drawing/2014/main" id="{2F450B4C-241D-A544-BBEF-175E01D6A139}"/>
                </a:ext>
              </a:extLst>
            </p:cNvPr>
            <p:cNvSpPr/>
            <p:nvPr userDrawn="1"/>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1370358418"/>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Text and Image (half screen)">
    <p:bg>
      <p:bgPr>
        <a:solidFill>
          <a:schemeClr val="bg1"/>
        </a:solidFill>
        <a:effectLst/>
      </p:bgPr>
    </p:bg>
    <p:spTree>
      <p:nvGrpSpPr>
        <p:cNvPr id="1" name=""/>
        <p:cNvGrpSpPr/>
        <p:nvPr/>
      </p:nvGrpSpPr>
      <p:grpSpPr>
        <a:xfrm>
          <a:off x="0" y="0"/>
          <a:ext cx="0" cy="0"/>
          <a:chOff x="0" y="0"/>
          <a:chExt cx="0" cy="0"/>
        </a:xfrm>
      </p:grpSpPr>
      <p:sp>
        <p:nvSpPr>
          <p:cNvPr id="10" name="Text Placeholder 7"/>
          <p:cNvSpPr>
            <a:spLocks noGrp="1"/>
          </p:cNvSpPr>
          <p:nvPr>
            <p:ph type="body" sz="quarter" idx="11" hasCustomPrompt="1"/>
          </p:nvPr>
        </p:nvSpPr>
        <p:spPr>
          <a:xfrm>
            <a:off x="373063" y="1892635"/>
            <a:ext cx="6143484" cy="4376323"/>
          </a:xfrm>
        </p:spPr>
        <p:txBody>
          <a:bodyPr/>
          <a:lstStyle>
            <a:lvl1pPr marL="0" indent="0">
              <a:lnSpc>
                <a:spcPct val="100000"/>
              </a:lnSpc>
              <a:buFont typeface="Arial" panose="020B0604020202020204" pitchFamily="34" charset="0"/>
              <a:buNone/>
              <a:defRPr sz="2000" b="0"/>
            </a:lvl1pPr>
            <a:lvl2pPr marL="171450" indent="-171450">
              <a:lnSpc>
                <a:spcPct val="100000"/>
              </a:lnSpc>
              <a:buFont typeface="Arial" panose="020B0604020202020204" pitchFamily="34" charset="0"/>
              <a:buChar char="•"/>
              <a:defRPr sz="2000" b="0"/>
            </a:lvl2pPr>
            <a:lvl3pPr>
              <a:lnSpc>
                <a:spcPct val="100000"/>
              </a:lnSpc>
              <a:defRPr sz="1800" b="0"/>
            </a:lvl3pPr>
            <a:lvl4pPr>
              <a:lnSpc>
                <a:spcPct val="100000"/>
              </a:lnSpc>
              <a:defRPr sz="1800" b="0"/>
            </a:lvl4pPr>
            <a:lvl5pPr>
              <a:lnSpc>
                <a:spcPct val="100000"/>
              </a:lnSpc>
              <a:defRPr sz="1800" b="0"/>
            </a:lvl5pPr>
          </a:lstStyle>
          <a:p>
            <a:pPr lvl="0"/>
            <a:r>
              <a:rPr lang="en-US" dirty="0"/>
              <a:t>Edit text</a:t>
            </a:r>
          </a:p>
          <a:p>
            <a:pPr lvl="1"/>
            <a:r>
              <a:rPr lang="en-US" dirty="0"/>
              <a:t>Second level</a:t>
            </a:r>
          </a:p>
          <a:p>
            <a:pPr lvl="1"/>
            <a:r>
              <a:rPr lang="en-US" dirty="0"/>
              <a:t>Third level</a:t>
            </a:r>
          </a:p>
          <a:p>
            <a:pPr lvl="1"/>
            <a:r>
              <a:rPr lang="en-US" dirty="0"/>
              <a:t>Fourth level</a:t>
            </a:r>
          </a:p>
          <a:p>
            <a:pPr lvl="1"/>
            <a:r>
              <a:rPr lang="en-US" dirty="0"/>
              <a:t>Fifth level</a:t>
            </a:r>
          </a:p>
        </p:txBody>
      </p:sp>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dirty="0"/>
              <a:t>Click icon to add picture</a:t>
            </a:r>
          </a:p>
        </p:txBody>
      </p:sp>
      <p:sp>
        <p:nvSpPr>
          <p:cNvPr id="11" name="Text Placeholder 2"/>
          <p:cNvSpPr>
            <a:spLocks noGrp="1"/>
          </p:cNvSpPr>
          <p:nvPr>
            <p:ph type="body" sz="quarter" idx="12" hasCustomPrompt="1"/>
          </p:nvPr>
        </p:nvSpPr>
        <p:spPr>
          <a:xfrm>
            <a:off x="385650" y="1147572"/>
            <a:ext cx="5123903"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6" name="Freeform 15">
            <a:extLst>
              <a:ext uri="{FF2B5EF4-FFF2-40B4-BE49-F238E27FC236}">
                <a16:creationId xmlns:a16="http://schemas.microsoft.com/office/drawing/2014/main" id="{D44E23D4-CD16-B448-8F0A-11F5CE4FAB4C}"/>
              </a:ext>
            </a:extLst>
          </p:cNvPr>
          <p:cNvSpPr/>
          <p:nvPr userDrawn="1"/>
        </p:nvSpPr>
        <p:spPr>
          <a:xfrm>
            <a:off x="3229535" y="4488657"/>
            <a:ext cx="3729957" cy="2369343"/>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641350">
                <a:moveTo>
                  <a:pt x="117151" y="24275"/>
                </a:moveTo>
                <a:cubicBezTo>
                  <a:pt x="34918" y="69741"/>
                  <a:pt x="-5912" y="140163"/>
                  <a:pt x="692" y="235603"/>
                </a:cubicBezTo>
                <a:cubicBezTo>
                  <a:pt x="7994" y="341013"/>
                  <a:pt x="103117" y="429659"/>
                  <a:pt x="208781" y="429659"/>
                </a:cubicBezTo>
                <a:lnTo>
                  <a:pt x="350450" y="429659"/>
                </a:lnTo>
                <a:lnTo>
                  <a:pt x="350450" y="641432"/>
                </a:lnTo>
                <a:lnTo>
                  <a:pt x="428301" y="641432"/>
                </a:lnTo>
                <a:lnTo>
                  <a:pt x="428301" y="430358"/>
                </a:lnTo>
                <a:lnTo>
                  <a:pt x="777551" y="430358"/>
                </a:lnTo>
                <a:cubicBezTo>
                  <a:pt x="722305" y="492842"/>
                  <a:pt x="679379" y="561231"/>
                  <a:pt x="652519" y="640352"/>
                </a:cubicBezTo>
                <a:cubicBezTo>
                  <a:pt x="668712" y="640352"/>
                  <a:pt x="683761" y="640352"/>
                  <a:pt x="698747" y="640352"/>
                </a:cubicBez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cubicBezTo>
                  <a:pt x="687889" y="141687"/>
                  <a:pt x="670616" y="141687"/>
                  <a:pt x="652138" y="141687"/>
                </a:cubicBez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cubicBezTo>
                  <a:pt x="350704" y="258463"/>
                  <a:pt x="350704" y="300818"/>
                  <a:pt x="350704" y="343045"/>
                </a:cubicBezTo>
                <a:lnTo>
                  <a:pt x="350704" y="352634"/>
                </a:lnTo>
                <a:cubicBezTo>
                  <a:pt x="349319" y="352892"/>
                  <a:pt x="347920" y="353061"/>
                  <a:pt x="346513" y="353142"/>
                </a:cubicBezTo>
                <a:cubicBezTo>
                  <a:pt x="300539" y="353142"/>
                  <a:pt x="254564" y="353142"/>
                  <a:pt x="208591" y="352697"/>
                </a:cubicBez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rgbClr val="00EDB3"/>
          </a:solidFill>
          <a:ln w="6350" cap="flat">
            <a:noFill/>
            <a:prstDash val="solid"/>
            <a:miter/>
          </a:ln>
        </p:spPr>
        <p:txBody>
          <a:bodyPr rtlCol="0" anchor="ctr"/>
          <a:lstStyle/>
          <a:p>
            <a:endParaRPr lang="en-GB"/>
          </a:p>
        </p:txBody>
      </p:sp>
      <p:sp>
        <p:nvSpPr>
          <p:cNvPr id="8" name="Rectangle 7"/>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912114898"/>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Activity 1">
    <p:bg>
      <p:bgPr>
        <a:solidFill>
          <a:srgbClr val="0EEEBA"/>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4327302" y="344971"/>
            <a:ext cx="7475232" cy="2858874"/>
          </a:xfrm>
        </p:spPr>
        <p:txBody>
          <a:bodyPr anchor="b" anchorCtr="0">
            <a:noAutofit/>
          </a:bodyPr>
          <a:lstStyle>
            <a:lvl1pPr algn="l">
              <a:lnSpc>
                <a:spcPct val="100000"/>
              </a:lnSpc>
              <a:defRPr sz="3600" baseline="0">
                <a:solidFill>
                  <a:srgbClr val="004050"/>
                </a:solidFill>
              </a:defRPr>
            </a:lvl1pPr>
          </a:lstStyle>
          <a:p>
            <a:br>
              <a:rPr lang="en-US" noProof="0" dirty="0"/>
            </a:br>
            <a:br>
              <a:rPr lang="en-US" noProof="0" dirty="0"/>
            </a:br>
            <a:r>
              <a:rPr lang="en-US" noProof="0" dirty="0"/>
              <a:t>ACTIVITY: </a:t>
            </a:r>
            <a:br>
              <a:rPr lang="en-US" noProof="0" dirty="0"/>
            </a:br>
            <a:r>
              <a:rPr lang="en-US" noProof="0" dirty="0"/>
              <a:t>CLICK TO EDIT TITLE</a:t>
            </a:r>
            <a:endParaRPr lang="en-GB" noProof="0" dirty="0"/>
          </a:p>
        </p:txBody>
      </p:sp>
      <p:sp>
        <p:nvSpPr>
          <p:cNvPr id="4" name="Text Placeholder 3"/>
          <p:cNvSpPr>
            <a:spLocks noGrp="1"/>
          </p:cNvSpPr>
          <p:nvPr>
            <p:ph type="body" sz="quarter" idx="10" hasCustomPrompt="1"/>
          </p:nvPr>
        </p:nvSpPr>
        <p:spPr>
          <a:xfrm>
            <a:off x="4327303" y="3525004"/>
            <a:ext cx="7475230" cy="2791976"/>
          </a:xfrm>
        </p:spPr>
        <p:txBody>
          <a:bodyPr/>
          <a:lstStyle>
            <a:lvl1pPr>
              <a:lnSpc>
                <a:spcPct val="100000"/>
              </a:lnSpc>
              <a:defRPr b="0" baseline="0"/>
            </a:lvl1pPr>
          </a:lstStyle>
          <a:p>
            <a:pPr lvl="0"/>
            <a:r>
              <a:rPr lang="en-US" dirty="0"/>
              <a:t>Click to edit instructions</a:t>
            </a:r>
          </a:p>
        </p:txBody>
      </p:sp>
      <p:sp>
        <p:nvSpPr>
          <p:cNvPr id="10" name="Freeform 9">
            <a:extLst>
              <a:ext uri="{FF2B5EF4-FFF2-40B4-BE49-F238E27FC236}">
                <a16:creationId xmlns:a16="http://schemas.microsoft.com/office/drawing/2014/main" id="{56887D20-DCD6-8E49-BF31-8F4C2FCCD421}"/>
              </a:ext>
            </a:extLst>
          </p:cNvPr>
          <p:cNvSpPr/>
          <p:nvPr userDrawn="1"/>
        </p:nvSpPr>
        <p:spPr>
          <a:xfrm>
            <a:off x="487005" y="518307"/>
            <a:ext cx="3525956" cy="4061544"/>
          </a:xfrm>
          <a:custGeom>
            <a:avLst/>
            <a:gdLst>
              <a:gd name="connsiteX0" fmla="*/ 1008895 w 1003300"/>
              <a:gd name="connsiteY0" fmla="*/ 731076 h 1155700"/>
              <a:gd name="connsiteX1" fmla="*/ 581921 w 1003300"/>
              <a:gd name="connsiteY1" fmla="*/ 1157986 h 1155700"/>
              <a:gd name="connsiteX2" fmla="*/ 581921 w 1003300"/>
              <a:gd name="connsiteY2" fmla="*/ 932371 h 1155700"/>
              <a:gd name="connsiteX3" fmla="*/ 565728 w 1003300"/>
              <a:gd name="connsiteY3" fmla="*/ 932371 h 1155700"/>
              <a:gd name="connsiteX4" fmla="*/ 485337 w 1003300"/>
              <a:gd name="connsiteY4" fmla="*/ 923163 h 1155700"/>
              <a:gd name="connsiteX5" fmla="*/ 405454 w 1003300"/>
              <a:gd name="connsiteY5" fmla="*/ 877824 h 1155700"/>
              <a:gd name="connsiteX6" fmla="*/ 306585 w 1003300"/>
              <a:gd name="connsiteY6" fmla="*/ 784035 h 1155700"/>
              <a:gd name="connsiteX7" fmla="*/ 114497 w 1003300"/>
              <a:gd name="connsiteY7" fmla="*/ 591312 h 1155700"/>
              <a:gd name="connsiteX8" fmla="*/ 29534 w 1003300"/>
              <a:gd name="connsiteY8" fmla="*/ 484251 h 1155700"/>
              <a:gd name="connsiteX9" fmla="*/ 7500 w 1003300"/>
              <a:gd name="connsiteY9" fmla="*/ 408051 h 1155700"/>
              <a:gd name="connsiteX10" fmla="*/ 452 w 1003300"/>
              <a:gd name="connsiteY10" fmla="*/ 282766 h 1155700"/>
              <a:gd name="connsiteX11" fmla="*/ 452 w 1003300"/>
              <a:gd name="connsiteY11" fmla="*/ 10668 h 1155700"/>
              <a:gd name="connsiteX12" fmla="*/ 452 w 1003300"/>
              <a:gd name="connsiteY12" fmla="*/ 1333 h 1155700"/>
              <a:gd name="connsiteX13" fmla="*/ 201937 w 1003300"/>
              <a:gd name="connsiteY13" fmla="*/ 203200 h 1155700"/>
              <a:gd name="connsiteX14" fmla="*/ 405137 w 1003300"/>
              <a:gd name="connsiteY14" fmla="*/ 0 h 1155700"/>
              <a:gd name="connsiteX15" fmla="*/ 405137 w 1003300"/>
              <a:gd name="connsiteY15" fmla="*/ 527876 h 1155700"/>
              <a:gd name="connsiteX16" fmla="*/ 573221 w 1003300"/>
              <a:gd name="connsiteY16" fmla="*/ 527876 h 1155700"/>
              <a:gd name="connsiteX17" fmla="*/ 581984 w 1003300"/>
              <a:gd name="connsiteY17" fmla="*/ 518732 h 1155700"/>
              <a:gd name="connsiteX18" fmla="*/ 581984 w 1003300"/>
              <a:gd name="connsiteY18" fmla="*/ 303975 h 1155700"/>
              <a:gd name="connsiteX19" fmla="*/ 1008895 w 1003300"/>
              <a:gd name="connsiteY19" fmla="*/ 731076 h 1155700"/>
              <a:gd name="connsiteX20" fmla="*/ 649929 w 1003300"/>
              <a:gd name="connsiteY20" fmla="*/ 864426 h 1155700"/>
              <a:gd name="connsiteX21" fmla="*/ 649929 w 1003300"/>
              <a:gd name="connsiteY21" fmla="*/ 991807 h 1155700"/>
              <a:gd name="connsiteX22" fmla="*/ 911359 w 1003300"/>
              <a:gd name="connsiteY22" fmla="*/ 730568 h 1155700"/>
              <a:gd name="connsiteX23" fmla="*/ 649231 w 1003300"/>
              <a:gd name="connsiteY23" fmla="*/ 468376 h 1155700"/>
              <a:gd name="connsiteX24" fmla="*/ 649231 w 1003300"/>
              <a:gd name="connsiteY24" fmla="*/ 595693 h 1155700"/>
              <a:gd name="connsiteX25" fmla="*/ 216732 w 1003300"/>
              <a:gd name="connsiteY25" fmla="*/ 595693 h 1155700"/>
              <a:gd name="connsiteX26" fmla="*/ 221558 w 1003300"/>
              <a:gd name="connsiteY26" fmla="*/ 601091 h 1155700"/>
              <a:gd name="connsiteX27" fmla="*/ 427870 w 1003300"/>
              <a:gd name="connsiteY27" fmla="*/ 807720 h 1155700"/>
              <a:gd name="connsiteX28" fmla="*/ 542170 w 1003300"/>
              <a:gd name="connsiteY28" fmla="*/ 862457 h 1155700"/>
              <a:gd name="connsiteX29" fmla="*/ 624720 w 1003300"/>
              <a:gd name="connsiteY29" fmla="*/ 864426 h 1155700"/>
              <a:gd name="connsiteX30" fmla="*/ 649929 w 1003300"/>
              <a:gd name="connsiteY30" fmla="*/ 864426 h 1155700"/>
              <a:gd name="connsiteX31" fmla="*/ 68523 w 1003300"/>
              <a:gd name="connsiteY31" fmla="*/ 162941 h 1155700"/>
              <a:gd name="connsiteX32" fmla="*/ 68142 w 1003300"/>
              <a:gd name="connsiteY32" fmla="*/ 168275 h 1155700"/>
              <a:gd name="connsiteX33" fmla="*/ 68460 w 1003300"/>
              <a:gd name="connsiteY33" fmla="*/ 339725 h 1155700"/>
              <a:gd name="connsiteX34" fmla="*/ 75318 w 1003300"/>
              <a:gd name="connsiteY34" fmla="*/ 411162 h 1155700"/>
              <a:gd name="connsiteX35" fmla="*/ 127325 w 1003300"/>
              <a:gd name="connsiteY35" fmla="*/ 494665 h 1155700"/>
              <a:gd name="connsiteX36" fmla="*/ 203207 w 1003300"/>
              <a:gd name="connsiteY36" fmla="*/ 521780 h 1155700"/>
              <a:gd name="connsiteX37" fmla="*/ 333889 w 1003300"/>
              <a:gd name="connsiteY37" fmla="*/ 527558 h 1155700"/>
              <a:gd name="connsiteX38" fmla="*/ 336937 w 1003300"/>
              <a:gd name="connsiteY38" fmla="*/ 526732 h 1155700"/>
              <a:gd name="connsiteX39" fmla="*/ 336938 w 1003300"/>
              <a:gd name="connsiteY39" fmla="*/ 162243 h 1155700"/>
              <a:gd name="connsiteX40" fmla="*/ 202508 w 1003300"/>
              <a:gd name="connsiteY40" fmla="*/ 295021 h 1155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003300" h="1155700">
                <a:moveTo>
                  <a:pt x="1008895" y="731076"/>
                </a:moveTo>
                <a:lnTo>
                  <a:pt x="581921" y="1157986"/>
                </a:lnTo>
                <a:lnTo>
                  <a:pt x="581921" y="932371"/>
                </a:lnTo>
                <a:lnTo>
                  <a:pt x="565728" y="932371"/>
                </a:lnTo>
                <a:cubicBezTo>
                  <a:pt x="538636" y="932998"/>
                  <a:pt x="511586" y="929900"/>
                  <a:pt x="485337" y="923163"/>
                </a:cubicBezTo>
                <a:cubicBezTo>
                  <a:pt x="455495" y="914588"/>
                  <a:pt x="428116" y="899048"/>
                  <a:pt x="405454" y="877824"/>
                </a:cubicBezTo>
                <a:cubicBezTo>
                  <a:pt x="371736" y="847407"/>
                  <a:pt x="338843" y="815975"/>
                  <a:pt x="306585" y="784035"/>
                </a:cubicBezTo>
                <a:cubicBezTo>
                  <a:pt x="242111" y="720238"/>
                  <a:pt x="178082" y="655997"/>
                  <a:pt x="114497" y="591312"/>
                </a:cubicBezTo>
                <a:cubicBezTo>
                  <a:pt x="82430" y="558737"/>
                  <a:pt x="52140" y="524510"/>
                  <a:pt x="29534" y="484251"/>
                </a:cubicBezTo>
                <a:cubicBezTo>
                  <a:pt x="16810" y="460725"/>
                  <a:pt x="9295" y="434737"/>
                  <a:pt x="7500" y="408051"/>
                </a:cubicBezTo>
                <a:cubicBezTo>
                  <a:pt x="3944" y="366395"/>
                  <a:pt x="1150" y="324548"/>
                  <a:pt x="452" y="282766"/>
                </a:cubicBezTo>
                <a:cubicBezTo>
                  <a:pt x="-565" y="192087"/>
                  <a:pt x="452" y="101346"/>
                  <a:pt x="452" y="10668"/>
                </a:cubicBezTo>
                <a:lnTo>
                  <a:pt x="452" y="1333"/>
                </a:lnTo>
                <a:cubicBezTo>
                  <a:pt x="67952" y="68961"/>
                  <a:pt x="134817" y="135890"/>
                  <a:pt x="201937" y="203200"/>
                </a:cubicBezTo>
                <a:lnTo>
                  <a:pt x="405137" y="0"/>
                </a:lnTo>
                <a:lnTo>
                  <a:pt x="405137" y="527876"/>
                </a:lnTo>
                <a:cubicBezTo>
                  <a:pt x="408185" y="527876"/>
                  <a:pt x="519818" y="527876"/>
                  <a:pt x="573221" y="527876"/>
                </a:cubicBezTo>
                <a:cubicBezTo>
                  <a:pt x="580524" y="527876"/>
                  <a:pt x="581984" y="525463"/>
                  <a:pt x="581984" y="518732"/>
                </a:cubicBezTo>
                <a:cubicBezTo>
                  <a:pt x="581984" y="449516"/>
                  <a:pt x="581984" y="305435"/>
                  <a:pt x="581984" y="303975"/>
                </a:cubicBezTo>
                <a:cubicBezTo>
                  <a:pt x="580778" y="304292"/>
                  <a:pt x="1010038" y="732028"/>
                  <a:pt x="1008895" y="731076"/>
                </a:cubicBezTo>
                <a:close/>
                <a:moveTo>
                  <a:pt x="649929" y="864426"/>
                </a:moveTo>
                <a:lnTo>
                  <a:pt x="649929" y="991807"/>
                </a:lnTo>
                <a:cubicBezTo>
                  <a:pt x="737601" y="904092"/>
                  <a:pt x="824745" y="817012"/>
                  <a:pt x="911359" y="730568"/>
                </a:cubicBezTo>
                <a:lnTo>
                  <a:pt x="649231" y="468376"/>
                </a:lnTo>
                <a:lnTo>
                  <a:pt x="649231" y="595693"/>
                </a:lnTo>
                <a:lnTo>
                  <a:pt x="216732" y="595693"/>
                </a:lnTo>
                <a:cubicBezTo>
                  <a:pt x="218955" y="598170"/>
                  <a:pt x="220162" y="599757"/>
                  <a:pt x="221558" y="601091"/>
                </a:cubicBezTo>
                <a:cubicBezTo>
                  <a:pt x="290265" y="669967"/>
                  <a:pt x="359036" y="738844"/>
                  <a:pt x="427870" y="807720"/>
                </a:cubicBezTo>
                <a:cubicBezTo>
                  <a:pt x="459620" y="839470"/>
                  <a:pt x="496894" y="859473"/>
                  <a:pt x="542170" y="862457"/>
                </a:cubicBezTo>
                <a:cubicBezTo>
                  <a:pt x="569665" y="864235"/>
                  <a:pt x="597288" y="863854"/>
                  <a:pt x="624720" y="864426"/>
                </a:cubicBezTo>
                <a:cubicBezTo>
                  <a:pt x="632721" y="864553"/>
                  <a:pt x="640404" y="864426"/>
                  <a:pt x="649929" y="864426"/>
                </a:cubicBezTo>
                <a:close/>
                <a:moveTo>
                  <a:pt x="68523" y="162941"/>
                </a:moveTo>
                <a:cubicBezTo>
                  <a:pt x="68523" y="164402"/>
                  <a:pt x="68142" y="166370"/>
                  <a:pt x="68142" y="168275"/>
                </a:cubicBezTo>
                <a:cubicBezTo>
                  <a:pt x="68142" y="225425"/>
                  <a:pt x="67507" y="282575"/>
                  <a:pt x="68460" y="339725"/>
                </a:cubicBezTo>
                <a:cubicBezTo>
                  <a:pt x="68770" y="363686"/>
                  <a:pt x="71064" y="387580"/>
                  <a:pt x="75318" y="411162"/>
                </a:cubicBezTo>
                <a:cubicBezTo>
                  <a:pt x="81668" y="445326"/>
                  <a:pt x="97289" y="474662"/>
                  <a:pt x="127325" y="494665"/>
                </a:cubicBezTo>
                <a:cubicBezTo>
                  <a:pt x="150463" y="508873"/>
                  <a:pt x="176305" y="518107"/>
                  <a:pt x="203207" y="521780"/>
                </a:cubicBezTo>
                <a:cubicBezTo>
                  <a:pt x="246514" y="529273"/>
                  <a:pt x="290265" y="527621"/>
                  <a:pt x="333889" y="527558"/>
                </a:cubicBezTo>
                <a:cubicBezTo>
                  <a:pt x="334936" y="527411"/>
                  <a:pt x="335960" y="527133"/>
                  <a:pt x="336937" y="526732"/>
                </a:cubicBezTo>
                <a:lnTo>
                  <a:pt x="336938" y="162243"/>
                </a:lnTo>
                <a:lnTo>
                  <a:pt x="202508" y="295021"/>
                </a:lnTo>
                <a:close/>
              </a:path>
            </a:pathLst>
          </a:custGeom>
          <a:solidFill>
            <a:schemeClr val="accent1"/>
          </a:solidFill>
          <a:ln w="6350" cap="flat">
            <a:noFill/>
            <a:prstDash val="solid"/>
            <a:miter/>
          </a:ln>
        </p:spPr>
        <p:txBody>
          <a:bodyPr rtlCol="0" anchor="ctr"/>
          <a:lstStyle/>
          <a:p>
            <a:endParaRPr lang="en-GB"/>
          </a:p>
        </p:txBody>
      </p:sp>
    </p:spTree>
    <p:extLst>
      <p:ext uri="{BB962C8B-B14F-4D97-AF65-F5344CB8AC3E}">
        <p14:creationId xmlns:p14="http://schemas.microsoft.com/office/powerpoint/2010/main" val="2786887003"/>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4_01 Section Divider">
    <p:bg>
      <p:bgPr>
        <a:solidFill>
          <a:schemeClr val="tx1"/>
        </a:solidFill>
        <a:effectLst/>
      </p:bgPr>
    </p:bg>
    <p:spTree>
      <p:nvGrpSpPr>
        <p:cNvPr id="1" name=""/>
        <p:cNvGrpSpPr/>
        <p:nvPr/>
      </p:nvGrpSpPr>
      <p:grpSpPr>
        <a:xfrm>
          <a:off x="0" y="0"/>
          <a:ext cx="0" cy="0"/>
          <a:chOff x="0" y="0"/>
          <a:chExt cx="0" cy="0"/>
        </a:xfrm>
      </p:grpSpPr>
      <p:sp>
        <p:nvSpPr>
          <p:cNvPr id="5" name="Rectangle 4"/>
          <p:cNvSpPr/>
          <p:nvPr userDrawn="1"/>
        </p:nvSpPr>
        <p:spPr>
          <a:xfrm>
            <a:off x="-609" y="0"/>
            <a:ext cx="12192609" cy="6858000"/>
          </a:xfrm>
          <a:prstGeom prst="rect">
            <a:avLst/>
          </a:prstGeom>
          <a:solidFill>
            <a:srgbClr val="28CFF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object 3">
            <a:extLst>
              <a:ext uri="{FF2B5EF4-FFF2-40B4-BE49-F238E27FC236}">
                <a16:creationId xmlns:a16="http://schemas.microsoft.com/office/drawing/2014/main" id="{3344A4B7-0EC8-AD4A-8611-5B12AB419DC2}"/>
              </a:ext>
            </a:extLst>
          </p:cNvPr>
          <p:cNvSpPr/>
          <p:nvPr userDrawn="1"/>
        </p:nvSpPr>
        <p:spPr>
          <a:xfrm>
            <a:off x="0" y="0"/>
            <a:ext cx="11808125" cy="4657785"/>
          </a:xfrm>
          <a:custGeom>
            <a:avLst/>
            <a:gdLst/>
            <a:ahLst/>
            <a:cxnLst/>
            <a:rect l="l" t="t" r="r" b="b"/>
            <a:pathLst>
              <a:path w="15645765" h="6171565">
                <a:moveTo>
                  <a:pt x="12954792" y="0"/>
                </a:moveTo>
                <a:lnTo>
                  <a:pt x="9989330" y="0"/>
                </a:lnTo>
                <a:lnTo>
                  <a:pt x="11612737" y="1621505"/>
                </a:lnTo>
                <a:lnTo>
                  <a:pt x="11603898" y="1638231"/>
                </a:lnTo>
                <a:lnTo>
                  <a:pt x="0" y="1638231"/>
                </a:lnTo>
                <a:lnTo>
                  <a:pt x="0" y="3701600"/>
                </a:lnTo>
                <a:lnTo>
                  <a:pt x="11623393" y="3701600"/>
                </a:lnTo>
                <a:lnTo>
                  <a:pt x="9157358" y="6164994"/>
                </a:lnTo>
                <a:lnTo>
                  <a:pt x="9229199" y="6169201"/>
                </a:lnTo>
                <a:lnTo>
                  <a:pt x="9246778" y="6169604"/>
                </a:lnTo>
                <a:lnTo>
                  <a:pt x="12044487" y="6171255"/>
                </a:lnTo>
                <a:lnTo>
                  <a:pt x="12085365" y="6167625"/>
                </a:lnTo>
                <a:lnTo>
                  <a:pt x="12120998" y="6156469"/>
                </a:lnTo>
                <a:lnTo>
                  <a:pt x="12153240" y="6137640"/>
                </a:lnTo>
                <a:lnTo>
                  <a:pt x="12183945" y="6110993"/>
                </a:lnTo>
                <a:lnTo>
                  <a:pt x="15546143" y="2748262"/>
                </a:lnTo>
                <a:lnTo>
                  <a:pt x="15566761" y="2730440"/>
                </a:lnTo>
                <a:lnTo>
                  <a:pt x="15590311" y="2713899"/>
                </a:lnTo>
                <a:lnTo>
                  <a:pt x="15616627" y="2696820"/>
                </a:lnTo>
                <a:lnTo>
                  <a:pt x="15645546" y="2677383"/>
                </a:lnTo>
                <a:lnTo>
                  <a:pt x="15617183" y="2654144"/>
                </a:lnTo>
                <a:lnTo>
                  <a:pt x="15594873" y="2636172"/>
                </a:lnTo>
                <a:lnTo>
                  <a:pt x="15577002" y="2621305"/>
                </a:lnTo>
                <a:lnTo>
                  <a:pt x="15561955" y="2607381"/>
                </a:lnTo>
                <a:lnTo>
                  <a:pt x="12954792" y="0"/>
                </a:lnTo>
                <a:close/>
              </a:path>
            </a:pathLst>
          </a:custGeom>
          <a:solidFill>
            <a:srgbClr val="004050"/>
          </a:solidFill>
        </p:spPr>
        <p:txBody>
          <a:bodyPr wrap="square" lIns="0" tIns="0" rIns="0" bIns="0" rtlCol="0"/>
          <a:lstStyle/>
          <a:p>
            <a:endParaRPr sz="1029"/>
          </a:p>
        </p:txBody>
      </p:sp>
      <p:sp>
        <p:nvSpPr>
          <p:cNvPr id="11"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76238" y="2779800"/>
            <a:ext cx="5627171" cy="1682133"/>
          </a:xfrm>
        </p:spPr>
        <p:txBody>
          <a:bodyPr anchor="b" anchorCtr="0">
            <a:noAutofit/>
          </a:bodyPr>
          <a:lstStyle>
            <a:lvl1pPr algn="l">
              <a:lnSpc>
                <a:spcPts val="6000"/>
              </a:lnSpc>
              <a:defRPr sz="3600" spc="60" baseline="0">
                <a:solidFill>
                  <a:srgbClr val="004050"/>
                </a:solidFill>
              </a:defRPr>
            </a:lvl1pPr>
          </a:lstStyle>
          <a:p>
            <a:r>
              <a:rPr lang="en-US" noProof="0" dirty="0"/>
              <a:t>CLICK TO EDIT MASTER TITLE STYLE</a:t>
            </a:r>
            <a:endParaRPr lang="en-GB" noProof="0" dirty="0"/>
          </a:p>
        </p:txBody>
      </p:sp>
      <p:pic>
        <p:nvPicPr>
          <p:cNvPr id="6" name="Graphic 29">
            <a:extLst>
              <a:ext uri="{FF2B5EF4-FFF2-40B4-BE49-F238E27FC236}">
                <a16:creationId xmlns:a16="http://schemas.microsoft.com/office/drawing/2014/main" id="{572E6A4A-143B-E94B-A1BF-29C50E635AE7}"/>
              </a:ext>
            </a:extLst>
          </p:cNvPr>
          <p:cNvPicPr>
            <a:picLocks noChangeAspect="1"/>
          </p:cNvPicPr>
          <p:nvPr userDrawn="1"/>
        </p:nvPicPr>
        <p:blipFill>
          <a:blip>
            <a:extLst>
              <a:ext uri="{28A0092B-C50C-407E-A947-70E740481C1C}">
                <a14:useLocalDpi xmlns:a14="http://schemas.microsoft.com/office/drawing/2010/main" val="0"/>
              </a:ext>
            </a:extLst>
          </a:blip>
          <a:stretch>
            <a:fillRect/>
          </a:stretch>
        </p:blipFill>
        <p:spPr>
          <a:xfrm>
            <a:off x="280405" y="399619"/>
            <a:ext cx="857393" cy="522401"/>
          </a:xfrm>
          <a:prstGeom prst="rect">
            <a:avLst/>
          </a:prstGeom>
        </p:spPr>
      </p:pic>
      <p:sp>
        <p:nvSpPr>
          <p:cNvPr id="7" name="Rectangle 6"/>
          <p:cNvSpPr/>
          <p:nvPr userDrawn="1"/>
        </p:nvSpPr>
        <p:spPr>
          <a:xfrm>
            <a:off x="758190" y="769620"/>
            <a:ext cx="379608" cy="110490"/>
          </a:xfrm>
          <a:prstGeom prst="rect">
            <a:avLst/>
          </a:prstGeom>
          <a:solidFill>
            <a:srgbClr val="28CFF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11614484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7_Text Slide - With side bar C1">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rgbClr val="28CFF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Text Placeholder 2"/>
          <p:cNvSpPr>
            <a:spLocks noGrp="1"/>
          </p:cNvSpPr>
          <p:nvPr>
            <p:ph type="body" sz="quarter" idx="10" hasCustomPrompt="1"/>
          </p:nvPr>
        </p:nvSpPr>
        <p:spPr>
          <a:xfrm>
            <a:off x="384784" y="1349984"/>
            <a:ext cx="3443732" cy="2751998"/>
          </a:xfrm>
        </p:spPr>
        <p:txBody>
          <a:bodyPr/>
          <a:lstStyle>
            <a:lvl1pPr marL="0" indent="0">
              <a:lnSpc>
                <a:spcPct val="90000"/>
              </a:lnSpc>
              <a:spcAft>
                <a:spcPts val="0"/>
              </a:spcAft>
              <a:buFont typeface="Arial" panose="020B0604020202020204" pitchFamily="34" charset="0"/>
              <a:buNone/>
              <a:defRPr sz="3600" cap="all" spc="60"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slide title to sit here</a:t>
            </a:r>
          </a:p>
        </p:txBody>
      </p:sp>
      <p:sp>
        <p:nvSpPr>
          <p:cNvPr id="9" name="Text Placeholder 4"/>
          <p:cNvSpPr>
            <a:spLocks noGrp="1"/>
          </p:cNvSpPr>
          <p:nvPr>
            <p:ph type="body" sz="quarter" idx="15" hasCustomPrompt="1"/>
          </p:nvPr>
        </p:nvSpPr>
        <p:spPr>
          <a:xfrm>
            <a:off x="5037138" y="1349984"/>
            <a:ext cx="5803900" cy="4094163"/>
          </a:xfrm>
        </p:spPr>
        <p:txBody>
          <a:bodyPr/>
          <a:lstStyle>
            <a:lvl1pPr marL="0" indent="0">
              <a:lnSpc>
                <a:spcPct val="100000"/>
              </a:lnSpc>
              <a:buFont typeface="Arial" panose="020B0604020202020204" pitchFamily="34" charset="0"/>
              <a:buNone/>
              <a:defRPr sz="2000" b="0"/>
            </a:lvl1pPr>
            <a:lvl2pPr marL="180000" indent="-180000">
              <a:buFont typeface="Arial" panose="020B0604020202020204" pitchFamily="34" charset="0"/>
              <a:buChar char="•"/>
              <a:defRPr sz="2000"/>
            </a:lvl2pPr>
            <a:lvl3pPr marL="180000" indent="-180000">
              <a:buFont typeface="Arial" panose="020B0604020202020204" pitchFamily="34" charset="0"/>
              <a:buChar char="•"/>
              <a:defRPr/>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t>
            </a:r>
            <a:r>
              <a:rPr lang="en-US" dirty="0" err="1"/>
              <a:t>sed</a:t>
            </a:r>
            <a:r>
              <a:rPr lang="en-US" dirty="0"/>
              <a:t> </a:t>
            </a:r>
            <a:r>
              <a:rPr lang="en-US" dirty="0" err="1"/>
              <a:t>diam</a:t>
            </a:r>
            <a:r>
              <a:rPr lang="en-US" dirty="0"/>
              <a:t> </a:t>
            </a:r>
            <a:r>
              <a:rPr lang="en-US" dirty="0" err="1"/>
              <a:t>nonummy</a:t>
            </a:r>
            <a:r>
              <a:rPr lang="en-US" dirty="0"/>
              <a:t> </a:t>
            </a:r>
            <a:r>
              <a:rPr lang="en-US" dirty="0" err="1"/>
              <a:t>nibh</a:t>
            </a:r>
            <a:r>
              <a:rPr lang="en-US" dirty="0"/>
              <a:t> </a:t>
            </a:r>
            <a:r>
              <a:rPr lang="en-US" dirty="0" err="1"/>
              <a:t>laoreet</a:t>
            </a:r>
            <a:r>
              <a:rPr lang="en-US" dirty="0"/>
              <a:t> </a:t>
            </a:r>
            <a:r>
              <a:rPr lang="en-US" dirty="0" err="1"/>
              <a:t>dolore</a:t>
            </a:r>
            <a:r>
              <a:rPr lang="en-US" dirty="0"/>
              <a:t> magna.</a:t>
            </a:r>
          </a:p>
          <a:p>
            <a:pPr lvl="1"/>
            <a:r>
              <a:rPr lang="en-US" dirty="0"/>
              <a:t>Second level</a:t>
            </a:r>
          </a:p>
        </p:txBody>
      </p:sp>
      <p:sp>
        <p:nvSpPr>
          <p:cNvPr id="11" name="Freeform 10">
            <a:extLst>
              <a:ext uri="{FF2B5EF4-FFF2-40B4-BE49-F238E27FC236}">
                <a16:creationId xmlns:a16="http://schemas.microsoft.com/office/drawing/2014/main" id="{35B5D0DF-4895-DB4F-85D9-C3FFDE55B8C8}"/>
              </a:ext>
            </a:extLst>
          </p:cNvPr>
          <p:cNvSpPr/>
          <p:nvPr userDrawn="1"/>
        </p:nvSpPr>
        <p:spPr>
          <a:xfrm>
            <a:off x="384784" y="4708688"/>
            <a:ext cx="4136901" cy="1728688"/>
          </a:xfrm>
          <a:custGeom>
            <a:avLst/>
            <a:gdLst>
              <a:gd name="connsiteX0" fmla="*/ 1041083 w 1035050"/>
              <a:gd name="connsiteY0" fmla="*/ 232283 h 527050"/>
              <a:gd name="connsiteX1" fmla="*/ 1041083 w 1035050"/>
              <a:gd name="connsiteY1" fmla="*/ 300545 h 527050"/>
              <a:gd name="connsiteX2" fmla="*/ 807403 w 1035050"/>
              <a:gd name="connsiteY2" fmla="*/ 532448 h 527050"/>
              <a:gd name="connsiteX3" fmla="*/ 738569 w 1035050"/>
              <a:gd name="connsiteY3" fmla="*/ 532448 h 527050"/>
              <a:gd name="connsiteX4" fmla="*/ 849249 w 1035050"/>
              <a:gd name="connsiteY4" fmla="*/ 300545 h 527050"/>
              <a:gd name="connsiteX5" fmla="*/ 564071 w 1035050"/>
              <a:gd name="connsiteY5" fmla="*/ 300545 h 527050"/>
              <a:gd name="connsiteX6" fmla="*/ 330454 w 1035050"/>
              <a:gd name="connsiteY6" fmla="*/ 532448 h 527050"/>
              <a:gd name="connsiteX7" fmla="*/ 261430 w 1035050"/>
              <a:gd name="connsiteY7" fmla="*/ 532448 h 527050"/>
              <a:gd name="connsiteX8" fmla="*/ 355854 w 1035050"/>
              <a:gd name="connsiteY8" fmla="*/ 314769 h 527050"/>
              <a:gd name="connsiteX9" fmla="*/ 202819 w 1035050"/>
              <a:gd name="connsiteY9" fmla="*/ 532448 h 527050"/>
              <a:gd name="connsiteX10" fmla="*/ 134049 w 1035050"/>
              <a:gd name="connsiteY10" fmla="*/ 532448 h 527050"/>
              <a:gd name="connsiteX11" fmla="*/ 232220 w 1035050"/>
              <a:gd name="connsiteY11" fmla="*/ 311277 h 527050"/>
              <a:gd name="connsiteX12" fmla="*/ 68771 w 1035050"/>
              <a:gd name="connsiteY12" fmla="*/ 532448 h 527050"/>
              <a:gd name="connsiteX13" fmla="*/ 0 w 1035050"/>
              <a:gd name="connsiteY13" fmla="*/ 532448 h 527050"/>
              <a:gd name="connsiteX14" fmla="*/ 162751 w 1035050"/>
              <a:gd name="connsiteY14" fmla="*/ 266192 h 527050"/>
              <a:gd name="connsiteX15" fmla="*/ 0 w 1035050"/>
              <a:gd name="connsiteY15" fmla="*/ 0 h 527050"/>
              <a:gd name="connsiteX16" fmla="*/ 68771 w 1035050"/>
              <a:gd name="connsiteY16" fmla="*/ 0 h 527050"/>
              <a:gd name="connsiteX17" fmla="*/ 231712 w 1035050"/>
              <a:gd name="connsiteY17" fmla="*/ 221107 h 527050"/>
              <a:gd name="connsiteX18" fmla="*/ 134049 w 1035050"/>
              <a:gd name="connsiteY18" fmla="*/ 381 h 527050"/>
              <a:gd name="connsiteX19" fmla="*/ 202819 w 1035050"/>
              <a:gd name="connsiteY19" fmla="*/ 381 h 527050"/>
              <a:gd name="connsiteX20" fmla="*/ 355918 w 1035050"/>
              <a:gd name="connsiteY20" fmla="*/ 218059 h 527050"/>
              <a:gd name="connsiteX21" fmla="*/ 261430 w 1035050"/>
              <a:gd name="connsiteY21" fmla="*/ 381 h 527050"/>
              <a:gd name="connsiteX22" fmla="*/ 330264 w 1035050"/>
              <a:gd name="connsiteY22" fmla="*/ 381 h 527050"/>
              <a:gd name="connsiteX23" fmla="*/ 564071 w 1035050"/>
              <a:gd name="connsiteY23" fmla="*/ 232283 h 527050"/>
              <a:gd name="connsiteX24" fmla="*/ 849440 w 1035050"/>
              <a:gd name="connsiteY24" fmla="*/ 232283 h 527050"/>
              <a:gd name="connsiteX25" fmla="*/ 738759 w 1035050"/>
              <a:gd name="connsiteY25" fmla="*/ 381 h 527050"/>
              <a:gd name="connsiteX26" fmla="*/ 807593 w 1035050"/>
              <a:gd name="connsiteY26" fmla="*/ 381 h 527050"/>
              <a:gd name="connsiteX27" fmla="*/ 1041083 w 1035050"/>
              <a:gd name="connsiteY27" fmla="*/ 232283 h 527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035050" h="527050">
                <a:moveTo>
                  <a:pt x="1041083" y="232283"/>
                </a:moveTo>
                <a:lnTo>
                  <a:pt x="1041083" y="300545"/>
                </a:lnTo>
                <a:cubicBezTo>
                  <a:pt x="912573" y="300194"/>
                  <a:pt x="808032" y="403939"/>
                  <a:pt x="807403" y="532448"/>
                </a:cubicBezTo>
                <a:lnTo>
                  <a:pt x="738569" y="532448"/>
                </a:lnTo>
                <a:cubicBezTo>
                  <a:pt x="738665" y="442426"/>
                  <a:pt x="779322" y="357240"/>
                  <a:pt x="849249" y="300545"/>
                </a:cubicBezTo>
                <a:lnTo>
                  <a:pt x="564071" y="300545"/>
                </a:lnTo>
                <a:cubicBezTo>
                  <a:pt x="435571" y="300194"/>
                  <a:pt x="331049" y="403949"/>
                  <a:pt x="330454" y="532448"/>
                </a:cubicBezTo>
                <a:lnTo>
                  <a:pt x="261430" y="532448"/>
                </a:lnTo>
                <a:cubicBezTo>
                  <a:pt x="261469" y="449957"/>
                  <a:pt x="295649" y="371162"/>
                  <a:pt x="355854" y="314769"/>
                </a:cubicBezTo>
                <a:cubicBezTo>
                  <a:pt x="264255" y="348074"/>
                  <a:pt x="203155" y="434982"/>
                  <a:pt x="202819" y="532448"/>
                </a:cubicBezTo>
                <a:lnTo>
                  <a:pt x="134049" y="532448"/>
                </a:lnTo>
                <a:cubicBezTo>
                  <a:pt x="134077" y="448170"/>
                  <a:pt x="169736" y="367833"/>
                  <a:pt x="232220" y="311277"/>
                </a:cubicBezTo>
                <a:cubicBezTo>
                  <a:pt x="135308" y="341431"/>
                  <a:pt x="69149" y="430954"/>
                  <a:pt x="68771" y="532448"/>
                </a:cubicBezTo>
                <a:lnTo>
                  <a:pt x="0" y="532448"/>
                </a:lnTo>
                <a:cubicBezTo>
                  <a:pt x="242" y="420258"/>
                  <a:pt x="63014" y="317565"/>
                  <a:pt x="162751" y="266192"/>
                </a:cubicBezTo>
                <a:cubicBezTo>
                  <a:pt x="63024" y="214841"/>
                  <a:pt x="251" y="112170"/>
                  <a:pt x="0" y="0"/>
                </a:cubicBezTo>
                <a:lnTo>
                  <a:pt x="68771" y="0"/>
                </a:lnTo>
                <a:cubicBezTo>
                  <a:pt x="69086" y="101339"/>
                  <a:pt x="135011" y="190797"/>
                  <a:pt x="231712" y="221107"/>
                </a:cubicBezTo>
                <a:cubicBezTo>
                  <a:pt x="169531" y="164565"/>
                  <a:pt x="134072" y="84425"/>
                  <a:pt x="134049" y="381"/>
                </a:cubicBezTo>
                <a:lnTo>
                  <a:pt x="202819" y="381"/>
                </a:lnTo>
                <a:cubicBezTo>
                  <a:pt x="203128" y="97875"/>
                  <a:pt x="264269" y="184807"/>
                  <a:pt x="355918" y="218059"/>
                </a:cubicBezTo>
                <a:cubicBezTo>
                  <a:pt x="295689" y="161678"/>
                  <a:pt x="261486" y="82882"/>
                  <a:pt x="261430" y="381"/>
                </a:cubicBezTo>
                <a:lnTo>
                  <a:pt x="330264" y="381"/>
                </a:lnTo>
                <a:cubicBezTo>
                  <a:pt x="330893" y="128940"/>
                  <a:pt x="435511" y="232705"/>
                  <a:pt x="564071" y="232283"/>
                </a:cubicBezTo>
                <a:lnTo>
                  <a:pt x="849440" y="232283"/>
                </a:lnTo>
                <a:cubicBezTo>
                  <a:pt x="779505" y="175595"/>
                  <a:pt x="738847" y="90405"/>
                  <a:pt x="738759" y="381"/>
                </a:cubicBezTo>
                <a:lnTo>
                  <a:pt x="807593" y="381"/>
                </a:lnTo>
                <a:cubicBezTo>
                  <a:pt x="808223" y="128815"/>
                  <a:pt x="912647" y="232530"/>
                  <a:pt x="1041083" y="232283"/>
                </a:cubicBezTo>
                <a:close/>
              </a:path>
            </a:pathLst>
          </a:custGeom>
          <a:solidFill>
            <a:srgbClr val="004050"/>
          </a:solidFill>
          <a:ln w="6350" cap="flat">
            <a:noFill/>
            <a:prstDash val="solid"/>
            <a:miter/>
          </a:ln>
        </p:spPr>
        <p:txBody>
          <a:bodyPr rtlCol="0" anchor="ctr"/>
          <a:lstStyle/>
          <a:p>
            <a:endParaRPr lang="en-GB"/>
          </a:p>
        </p:txBody>
      </p:sp>
    </p:spTree>
    <p:extLst>
      <p:ext uri="{BB962C8B-B14F-4D97-AF65-F5344CB8AC3E}">
        <p14:creationId xmlns:p14="http://schemas.microsoft.com/office/powerpoint/2010/main" val="274887005"/>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7_Text Slide A">
    <p:spTree>
      <p:nvGrpSpPr>
        <p:cNvPr id="1" name=""/>
        <p:cNvGrpSpPr/>
        <p:nvPr/>
      </p:nvGrpSpPr>
      <p:grpSpPr>
        <a:xfrm>
          <a:off x="0" y="0"/>
          <a:ext cx="0" cy="0"/>
          <a:chOff x="0" y="0"/>
          <a:chExt cx="0" cy="0"/>
        </a:xfrm>
      </p:grpSpPr>
      <p:sp>
        <p:nvSpPr>
          <p:cNvPr id="11" name="Text Placeholder 2"/>
          <p:cNvSpPr>
            <a:spLocks noGrp="1"/>
          </p:cNvSpPr>
          <p:nvPr>
            <p:ph type="body" sz="quarter" idx="10" hasCustomPrompt="1"/>
          </p:nvPr>
        </p:nvSpPr>
        <p:spPr>
          <a:xfrm>
            <a:off x="384784" y="1242034"/>
            <a:ext cx="3694112" cy="2917842"/>
          </a:xfrm>
        </p:spPr>
        <p:txBody>
          <a:bodyPr anchor="b"/>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18" name="Text Placeholder 4"/>
          <p:cNvSpPr>
            <a:spLocks noGrp="1"/>
          </p:cNvSpPr>
          <p:nvPr>
            <p:ph type="body" sz="quarter" idx="11" hasCustomPrompt="1"/>
          </p:nvPr>
        </p:nvSpPr>
        <p:spPr>
          <a:xfrm>
            <a:off x="6098146" y="579549"/>
            <a:ext cx="5718225" cy="5899039"/>
          </a:xfrm>
        </p:spPr>
        <p:txBody>
          <a:bodyPr/>
          <a:lstStyle>
            <a:lvl1pPr marL="0" indent="0">
              <a:buFont typeface="Arial" panose="020B0604020202020204" pitchFamily="34" charset="0"/>
              <a:buNone/>
              <a:defRPr sz="20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2000"/>
            </a:lvl2pPr>
            <a:lvl3pPr marL="180000" indent="-180000">
              <a:buFont typeface="Arial" panose="020B0604020202020204" pitchFamily="34" charset="0"/>
              <a:buChar char="•"/>
              <a:defRPr sz="20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Edit text</a:t>
            </a:r>
          </a:p>
          <a:p>
            <a:pPr lvl="1"/>
            <a:r>
              <a:rPr lang="en-US" dirty="0"/>
              <a:t>Second level</a:t>
            </a:r>
          </a:p>
          <a:p>
            <a:pPr lvl="2"/>
            <a:r>
              <a:rPr lang="en-GB" dirty="0"/>
              <a:t>Third level</a:t>
            </a:r>
          </a:p>
          <a:p>
            <a:pPr lvl="2"/>
            <a:r>
              <a:rPr lang="en-GB" dirty="0"/>
              <a:t>Fourth level</a:t>
            </a:r>
          </a:p>
          <a:p>
            <a:pPr lvl="2"/>
            <a:r>
              <a:rPr lang="en-GB" dirty="0"/>
              <a:t>Fifth level</a:t>
            </a:r>
          </a:p>
        </p:txBody>
      </p:sp>
      <p:grpSp>
        <p:nvGrpSpPr>
          <p:cNvPr id="21" name="Group 20"/>
          <p:cNvGrpSpPr/>
          <p:nvPr userDrawn="1"/>
        </p:nvGrpSpPr>
        <p:grpSpPr>
          <a:xfrm>
            <a:off x="-6058" y="3531457"/>
            <a:ext cx="5797612" cy="2365031"/>
            <a:chOff x="-2229" y="2361812"/>
            <a:chExt cx="11067619" cy="4514835"/>
          </a:xfrm>
          <a:solidFill>
            <a:srgbClr val="28CFF9"/>
          </a:solidFill>
        </p:grpSpPr>
        <p:sp>
          <p:nvSpPr>
            <p:cNvPr id="22" name="Freeform 21">
              <a:extLst>
                <a:ext uri="{FF2B5EF4-FFF2-40B4-BE49-F238E27FC236}">
                  <a16:creationId xmlns:a16="http://schemas.microsoft.com/office/drawing/2014/main" id="{2F450B4C-241D-A544-BBEF-175E01D6A139}"/>
                </a:ext>
              </a:extLst>
            </p:cNvPr>
            <p:cNvSpPr/>
            <p:nvPr userDrawn="1"/>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sp>
          <p:nvSpPr>
            <p:cNvPr id="23" name="Freeform 22">
              <a:extLst>
                <a:ext uri="{FF2B5EF4-FFF2-40B4-BE49-F238E27FC236}">
                  <a16:creationId xmlns:a16="http://schemas.microsoft.com/office/drawing/2014/main" id="{17BA7C41-EA1C-2F4D-90C7-EC472AB85B8A}"/>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24" name="Freeform 23">
              <a:extLst>
                <a:ext uri="{FF2B5EF4-FFF2-40B4-BE49-F238E27FC236}">
                  <a16:creationId xmlns:a16="http://schemas.microsoft.com/office/drawing/2014/main" id="{2F450B4C-241D-A544-BBEF-175E01D6A139}"/>
                </a:ext>
              </a:extLst>
            </p:cNvPr>
            <p:cNvSpPr/>
            <p:nvPr userDrawn="1"/>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822106750"/>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4_Text and Image (half screen)">
    <p:bg>
      <p:bgPr>
        <a:solidFill>
          <a:schemeClr val="bg1"/>
        </a:solidFill>
        <a:effectLst/>
      </p:bgPr>
    </p:bg>
    <p:spTree>
      <p:nvGrpSpPr>
        <p:cNvPr id="1" name=""/>
        <p:cNvGrpSpPr/>
        <p:nvPr/>
      </p:nvGrpSpPr>
      <p:grpSpPr>
        <a:xfrm>
          <a:off x="0" y="0"/>
          <a:ext cx="0" cy="0"/>
          <a:chOff x="0" y="0"/>
          <a:chExt cx="0" cy="0"/>
        </a:xfrm>
      </p:grpSpPr>
      <p:sp>
        <p:nvSpPr>
          <p:cNvPr id="10" name="Text Placeholder 7"/>
          <p:cNvSpPr>
            <a:spLocks noGrp="1"/>
          </p:cNvSpPr>
          <p:nvPr>
            <p:ph type="body" sz="quarter" idx="11" hasCustomPrompt="1"/>
          </p:nvPr>
        </p:nvSpPr>
        <p:spPr>
          <a:xfrm>
            <a:off x="373063" y="1892635"/>
            <a:ext cx="6143484" cy="4376323"/>
          </a:xfrm>
        </p:spPr>
        <p:txBody>
          <a:bodyPr/>
          <a:lstStyle>
            <a:lvl1pPr marL="0" indent="0">
              <a:lnSpc>
                <a:spcPct val="100000"/>
              </a:lnSpc>
              <a:buFont typeface="Arial" panose="020B0604020202020204" pitchFamily="34" charset="0"/>
              <a:buNone/>
              <a:defRPr sz="2000" b="0"/>
            </a:lvl1pPr>
            <a:lvl2pPr marL="171450" indent="-171450">
              <a:lnSpc>
                <a:spcPct val="100000"/>
              </a:lnSpc>
              <a:buFont typeface="Arial" panose="020B0604020202020204" pitchFamily="34" charset="0"/>
              <a:buChar char="•"/>
              <a:defRPr sz="2000" b="0"/>
            </a:lvl2pPr>
            <a:lvl3pPr>
              <a:lnSpc>
                <a:spcPct val="100000"/>
              </a:lnSpc>
              <a:defRPr sz="1800" b="0"/>
            </a:lvl3pPr>
            <a:lvl4pPr>
              <a:lnSpc>
                <a:spcPct val="100000"/>
              </a:lnSpc>
              <a:defRPr sz="1800" b="0"/>
            </a:lvl4pPr>
            <a:lvl5pPr>
              <a:lnSpc>
                <a:spcPct val="100000"/>
              </a:lnSpc>
              <a:defRPr sz="1800" b="0"/>
            </a:lvl5pPr>
          </a:lstStyle>
          <a:p>
            <a:pPr lvl="0"/>
            <a:r>
              <a:rPr lang="en-US" dirty="0"/>
              <a:t>Edit text</a:t>
            </a:r>
          </a:p>
          <a:p>
            <a:pPr lvl="1"/>
            <a:r>
              <a:rPr lang="en-US" dirty="0"/>
              <a:t>Second level</a:t>
            </a:r>
          </a:p>
          <a:p>
            <a:pPr lvl="1"/>
            <a:r>
              <a:rPr lang="en-US" dirty="0"/>
              <a:t>Third level</a:t>
            </a:r>
          </a:p>
          <a:p>
            <a:pPr lvl="1"/>
            <a:r>
              <a:rPr lang="en-US" dirty="0"/>
              <a:t>Fourth level</a:t>
            </a:r>
          </a:p>
          <a:p>
            <a:pPr lvl="1"/>
            <a:r>
              <a:rPr lang="en-US" dirty="0"/>
              <a:t>Fifth level</a:t>
            </a:r>
          </a:p>
        </p:txBody>
      </p:sp>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dirty="0"/>
              <a:t>Click icon to add picture</a:t>
            </a:r>
          </a:p>
        </p:txBody>
      </p:sp>
      <p:sp>
        <p:nvSpPr>
          <p:cNvPr id="11" name="Text Placeholder 2"/>
          <p:cNvSpPr>
            <a:spLocks noGrp="1"/>
          </p:cNvSpPr>
          <p:nvPr>
            <p:ph type="body" sz="quarter" idx="12" hasCustomPrompt="1"/>
          </p:nvPr>
        </p:nvSpPr>
        <p:spPr>
          <a:xfrm>
            <a:off x="385650" y="1147572"/>
            <a:ext cx="5123903"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6" name="Freeform 15">
            <a:extLst>
              <a:ext uri="{FF2B5EF4-FFF2-40B4-BE49-F238E27FC236}">
                <a16:creationId xmlns:a16="http://schemas.microsoft.com/office/drawing/2014/main" id="{D44E23D4-CD16-B448-8F0A-11F5CE4FAB4C}"/>
              </a:ext>
            </a:extLst>
          </p:cNvPr>
          <p:cNvSpPr/>
          <p:nvPr userDrawn="1"/>
        </p:nvSpPr>
        <p:spPr>
          <a:xfrm>
            <a:off x="3229535" y="4488657"/>
            <a:ext cx="3729957" cy="2369343"/>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641350">
                <a:moveTo>
                  <a:pt x="117151" y="24275"/>
                </a:moveTo>
                <a:cubicBezTo>
                  <a:pt x="34918" y="69741"/>
                  <a:pt x="-5912" y="140163"/>
                  <a:pt x="692" y="235603"/>
                </a:cubicBezTo>
                <a:cubicBezTo>
                  <a:pt x="7994" y="341013"/>
                  <a:pt x="103117" y="429659"/>
                  <a:pt x="208781" y="429659"/>
                </a:cubicBezTo>
                <a:lnTo>
                  <a:pt x="350450" y="429659"/>
                </a:lnTo>
                <a:lnTo>
                  <a:pt x="350450" y="641432"/>
                </a:lnTo>
                <a:lnTo>
                  <a:pt x="428301" y="641432"/>
                </a:lnTo>
                <a:lnTo>
                  <a:pt x="428301" y="430358"/>
                </a:lnTo>
                <a:lnTo>
                  <a:pt x="777551" y="430358"/>
                </a:lnTo>
                <a:cubicBezTo>
                  <a:pt x="722305" y="492842"/>
                  <a:pt x="679379" y="561231"/>
                  <a:pt x="652519" y="640352"/>
                </a:cubicBezTo>
                <a:cubicBezTo>
                  <a:pt x="668712" y="640352"/>
                  <a:pt x="683761" y="640352"/>
                  <a:pt x="698747" y="640352"/>
                </a:cubicBez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cubicBezTo>
                  <a:pt x="687889" y="141687"/>
                  <a:pt x="670616" y="141687"/>
                  <a:pt x="652138" y="141687"/>
                </a:cubicBez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cubicBezTo>
                  <a:pt x="350704" y="258463"/>
                  <a:pt x="350704" y="300818"/>
                  <a:pt x="350704" y="343045"/>
                </a:cubicBezTo>
                <a:lnTo>
                  <a:pt x="350704" y="352634"/>
                </a:lnTo>
                <a:cubicBezTo>
                  <a:pt x="349319" y="352892"/>
                  <a:pt x="347920" y="353061"/>
                  <a:pt x="346513" y="353142"/>
                </a:cubicBezTo>
                <a:cubicBezTo>
                  <a:pt x="300539" y="353142"/>
                  <a:pt x="254564" y="353142"/>
                  <a:pt x="208591" y="352697"/>
                </a:cubicBez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rgbClr val="28CFF9"/>
          </a:solidFill>
          <a:ln w="6350" cap="flat">
            <a:noFill/>
            <a:prstDash val="solid"/>
            <a:miter/>
          </a:ln>
        </p:spPr>
        <p:txBody>
          <a:bodyPr rtlCol="0" anchor="ctr"/>
          <a:lstStyle/>
          <a:p>
            <a:endParaRPr lang="en-GB"/>
          </a:p>
        </p:txBody>
      </p:sp>
      <p:sp>
        <p:nvSpPr>
          <p:cNvPr id="8" name="Rectangle 7"/>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194725214"/>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1_Activity 1">
    <p:bg>
      <p:bgPr>
        <a:solidFill>
          <a:srgbClr val="28CFF9"/>
        </a:solidFill>
        <a:effectLst/>
      </p:bgPr>
    </p:bg>
    <p:spTree>
      <p:nvGrpSpPr>
        <p:cNvPr id="1" name=""/>
        <p:cNvGrpSpPr/>
        <p:nvPr/>
      </p:nvGrpSpPr>
      <p:grpSpPr>
        <a:xfrm>
          <a:off x="0" y="0"/>
          <a:ext cx="0" cy="0"/>
          <a:chOff x="0" y="0"/>
          <a:chExt cx="0" cy="0"/>
        </a:xfrm>
      </p:grpSpPr>
      <p:sp>
        <p:nvSpPr>
          <p:cNvPr id="10" name="Freeform 9">
            <a:extLst>
              <a:ext uri="{FF2B5EF4-FFF2-40B4-BE49-F238E27FC236}">
                <a16:creationId xmlns:a16="http://schemas.microsoft.com/office/drawing/2014/main" id="{56887D20-DCD6-8E49-BF31-8F4C2FCCD421}"/>
              </a:ext>
            </a:extLst>
          </p:cNvPr>
          <p:cNvSpPr/>
          <p:nvPr userDrawn="1"/>
        </p:nvSpPr>
        <p:spPr>
          <a:xfrm>
            <a:off x="487005" y="518307"/>
            <a:ext cx="3525956" cy="4061544"/>
          </a:xfrm>
          <a:custGeom>
            <a:avLst/>
            <a:gdLst>
              <a:gd name="connsiteX0" fmla="*/ 1008895 w 1003300"/>
              <a:gd name="connsiteY0" fmla="*/ 731076 h 1155700"/>
              <a:gd name="connsiteX1" fmla="*/ 581921 w 1003300"/>
              <a:gd name="connsiteY1" fmla="*/ 1157986 h 1155700"/>
              <a:gd name="connsiteX2" fmla="*/ 581921 w 1003300"/>
              <a:gd name="connsiteY2" fmla="*/ 932371 h 1155700"/>
              <a:gd name="connsiteX3" fmla="*/ 565728 w 1003300"/>
              <a:gd name="connsiteY3" fmla="*/ 932371 h 1155700"/>
              <a:gd name="connsiteX4" fmla="*/ 485337 w 1003300"/>
              <a:gd name="connsiteY4" fmla="*/ 923163 h 1155700"/>
              <a:gd name="connsiteX5" fmla="*/ 405454 w 1003300"/>
              <a:gd name="connsiteY5" fmla="*/ 877824 h 1155700"/>
              <a:gd name="connsiteX6" fmla="*/ 306585 w 1003300"/>
              <a:gd name="connsiteY6" fmla="*/ 784035 h 1155700"/>
              <a:gd name="connsiteX7" fmla="*/ 114497 w 1003300"/>
              <a:gd name="connsiteY7" fmla="*/ 591312 h 1155700"/>
              <a:gd name="connsiteX8" fmla="*/ 29534 w 1003300"/>
              <a:gd name="connsiteY8" fmla="*/ 484251 h 1155700"/>
              <a:gd name="connsiteX9" fmla="*/ 7500 w 1003300"/>
              <a:gd name="connsiteY9" fmla="*/ 408051 h 1155700"/>
              <a:gd name="connsiteX10" fmla="*/ 452 w 1003300"/>
              <a:gd name="connsiteY10" fmla="*/ 282766 h 1155700"/>
              <a:gd name="connsiteX11" fmla="*/ 452 w 1003300"/>
              <a:gd name="connsiteY11" fmla="*/ 10668 h 1155700"/>
              <a:gd name="connsiteX12" fmla="*/ 452 w 1003300"/>
              <a:gd name="connsiteY12" fmla="*/ 1333 h 1155700"/>
              <a:gd name="connsiteX13" fmla="*/ 201937 w 1003300"/>
              <a:gd name="connsiteY13" fmla="*/ 203200 h 1155700"/>
              <a:gd name="connsiteX14" fmla="*/ 405137 w 1003300"/>
              <a:gd name="connsiteY14" fmla="*/ 0 h 1155700"/>
              <a:gd name="connsiteX15" fmla="*/ 405137 w 1003300"/>
              <a:gd name="connsiteY15" fmla="*/ 527876 h 1155700"/>
              <a:gd name="connsiteX16" fmla="*/ 573221 w 1003300"/>
              <a:gd name="connsiteY16" fmla="*/ 527876 h 1155700"/>
              <a:gd name="connsiteX17" fmla="*/ 581984 w 1003300"/>
              <a:gd name="connsiteY17" fmla="*/ 518732 h 1155700"/>
              <a:gd name="connsiteX18" fmla="*/ 581984 w 1003300"/>
              <a:gd name="connsiteY18" fmla="*/ 303975 h 1155700"/>
              <a:gd name="connsiteX19" fmla="*/ 1008895 w 1003300"/>
              <a:gd name="connsiteY19" fmla="*/ 731076 h 1155700"/>
              <a:gd name="connsiteX20" fmla="*/ 649929 w 1003300"/>
              <a:gd name="connsiteY20" fmla="*/ 864426 h 1155700"/>
              <a:gd name="connsiteX21" fmla="*/ 649929 w 1003300"/>
              <a:gd name="connsiteY21" fmla="*/ 991807 h 1155700"/>
              <a:gd name="connsiteX22" fmla="*/ 911359 w 1003300"/>
              <a:gd name="connsiteY22" fmla="*/ 730568 h 1155700"/>
              <a:gd name="connsiteX23" fmla="*/ 649231 w 1003300"/>
              <a:gd name="connsiteY23" fmla="*/ 468376 h 1155700"/>
              <a:gd name="connsiteX24" fmla="*/ 649231 w 1003300"/>
              <a:gd name="connsiteY24" fmla="*/ 595693 h 1155700"/>
              <a:gd name="connsiteX25" fmla="*/ 216732 w 1003300"/>
              <a:gd name="connsiteY25" fmla="*/ 595693 h 1155700"/>
              <a:gd name="connsiteX26" fmla="*/ 221558 w 1003300"/>
              <a:gd name="connsiteY26" fmla="*/ 601091 h 1155700"/>
              <a:gd name="connsiteX27" fmla="*/ 427870 w 1003300"/>
              <a:gd name="connsiteY27" fmla="*/ 807720 h 1155700"/>
              <a:gd name="connsiteX28" fmla="*/ 542170 w 1003300"/>
              <a:gd name="connsiteY28" fmla="*/ 862457 h 1155700"/>
              <a:gd name="connsiteX29" fmla="*/ 624720 w 1003300"/>
              <a:gd name="connsiteY29" fmla="*/ 864426 h 1155700"/>
              <a:gd name="connsiteX30" fmla="*/ 649929 w 1003300"/>
              <a:gd name="connsiteY30" fmla="*/ 864426 h 1155700"/>
              <a:gd name="connsiteX31" fmla="*/ 68523 w 1003300"/>
              <a:gd name="connsiteY31" fmla="*/ 162941 h 1155700"/>
              <a:gd name="connsiteX32" fmla="*/ 68142 w 1003300"/>
              <a:gd name="connsiteY32" fmla="*/ 168275 h 1155700"/>
              <a:gd name="connsiteX33" fmla="*/ 68460 w 1003300"/>
              <a:gd name="connsiteY33" fmla="*/ 339725 h 1155700"/>
              <a:gd name="connsiteX34" fmla="*/ 75318 w 1003300"/>
              <a:gd name="connsiteY34" fmla="*/ 411162 h 1155700"/>
              <a:gd name="connsiteX35" fmla="*/ 127325 w 1003300"/>
              <a:gd name="connsiteY35" fmla="*/ 494665 h 1155700"/>
              <a:gd name="connsiteX36" fmla="*/ 203207 w 1003300"/>
              <a:gd name="connsiteY36" fmla="*/ 521780 h 1155700"/>
              <a:gd name="connsiteX37" fmla="*/ 333889 w 1003300"/>
              <a:gd name="connsiteY37" fmla="*/ 527558 h 1155700"/>
              <a:gd name="connsiteX38" fmla="*/ 336937 w 1003300"/>
              <a:gd name="connsiteY38" fmla="*/ 526732 h 1155700"/>
              <a:gd name="connsiteX39" fmla="*/ 336938 w 1003300"/>
              <a:gd name="connsiteY39" fmla="*/ 162243 h 1155700"/>
              <a:gd name="connsiteX40" fmla="*/ 202508 w 1003300"/>
              <a:gd name="connsiteY40" fmla="*/ 295021 h 1155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003300" h="1155700">
                <a:moveTo>
                  <a:pt x="1008895" y="731076"/>
                </a:moveTo>
                <a:lnTo>
                  <a:pt x="581921" y="1157986"/>
                </a:lnTo>
                <a:lnTo>
                  <a:pt x="581921" y="932371"/>
                </a:lnTo>
                <a:lnTo>
                  <a:pt x="565728" y="932371"/>
                </a:lnTo>
                <a:cubicBezTo>
                  <a:pt x="538636" y="932998"/>
                  <a:pt x="511586" y="929900"/>
                  <a:pt x="485337" y="923163"/>
                </a:cubicBezTo>
                <a:cubicBezTo>
                  <a:pt x="455495" y="914588"/>
                  <a:pt x="428116" y="899048"/>
                  <a:pt x="405454" y="877824"/>
                </a:cubicBezTo>
                <a:cubicBezTo>
                  <a:pt x="371736" y="847407"/>
                  <a:pt x="338843" y="815975"/>
                  <a:pt x="306585" y="784035"/>
                </a:cubicBezTo>
                <a:cubicBezTo>
                  <a:pt x="242111" y="720238"/>
                  <a:pt x="178082" y="655997"/>
                  <a:pt x="114497" y="591312"/>
                </a:cubicBezTo>
                <a:cubicBezTo>
                  <a:pt x="82430" y="558737"/>
                  <a:pt x="52140" y="524510"/>
                  <a:pt x="29534" y="484251"/>
                </a:cubicBezTo>
                <a:cubicBezTo>
                  <a:pt x="16810" y="460725"/>
                  <a:pt x="9295" y="434737"/>
                  <a:pt x="7500" y="408051"/>
                </a:cubicBezTo>
                <a:cubicBezTo>
                  <a:pt x="3944" y="366395"/>
                  <a:pt x="1150" y="324548"/>
                  <a:pt x="452" y="282766"/>
                </a:cubicBezTo>
                <a:cubicBezTo>
                  <a:pt x="-565" y="192087"/>
                  <a:pt x="452" y="101346"/>
                  <a:pt x="452" y="10668"/>
                </a:cubicBezTo>
                <a:lnTo>
                  <a:pt x="452" y="1333"/>
                </a:lnTo>
                <a:cubicBezTo>
                  <a:pt x="67952" y="68961"/>
                  <a:pt x="134817" y="135890"/>
                  <a:pt x="201937" y="203200"/>
                </a:cubicBezTo>
                <a:lnTo>
                  <a:pt x="405137" y="0"/>
                </a:lnTo>
                <a:lnTo>
                  <a:pt x="405137" y="527876"/>
                </a:lnTo>
                <a:cubicBezTo>
                  <a:pt x="408185" y="527876"/>
                  <a:pt x="519818" y="527876"/>
                  <a:pt x="573221" y="527876"/>
                </a:cubicBezTo>
                <a:cubicBezTo>
                  <a:pt x="580524" y="527876"/>
                  <a:pt x="581984" y="525463"/>
                  <a:pt x="581984" y="518732"/>
                </a:cubicBezTo>
                <a:cubicBezTo>
                  <a:pt x="581984" y="449516"/>
                  <a:pt x="581984" y="305435"/>
                  <a:pt x="581984" y="303975"/>
                </a:cubicBezTo>
                <a:cubicBezTo>
                  <a:pt x="580778" y="304292"/>
                  <a:pt x="1010038" y="732028"/>
                  <a:pt x="1008895" y="731076"/>
                </a:cubicBezTo>
                <a:close/>
                <a:moveTo>
                  <a:pt x="649929" y="864426"/>
                </a:moveTo>
                <a:lnTo>
                  <a:pt x="649929" y="991807"/>
                </a:lnTo>
                <a:cubicBezTo>
                  <a:pt x="737601" y="904092"/>
                  <a:pt x="824745" y="817012"/>
                  <a:pt x="911359" y="730568"/>
                </a:cubicBezTo>
                <a:lnTo>
                  <a:pt x="649231" y="468376"/>
                </a:lnTo>
                <a:lnTo>
                  <a:pt x="649231" y="595693"/>
                </a:lnTo>
                <a:lnTo>
                  <a:pt x="216732" y="595693"/>
                </a:lnTo>
                <a:cubicBezTo>
                  <a:pt x="218955" y="598170"/>
                  <a:pt x="220162" y="599757"/>
                  <a:pt x="221558" y="601091"/>
                </a:cubicBezTo>
                <a:cubicBezTo>
                  <a:pt x="290265" y="669967"/>
                  <a:pt x="359036" y="738844"/>
                  <a:pt x="427870" y="807720"/>
                </a:cubicBezTo>
                <a:cubicBezTo>
                  <a:pt x="459620" y="839470"/>
                  <a:pt x="496894" y="859473"/>
                  <a:pt x="542170" y="862457"/>
                </a:cubicBezTo>
                <a:cubicBezTo>
                  <a:pt x="569665" y="864235"/>
                  <a:pt x="597288" y="863854"/>
                  <a:pt x="624720" y="864426"/>
                </a:cubicBezTo>
                <a:cubicBezTo>
                  <a:pt x="632721" y="864553"/>
                  <a:pt x="640404" y="864426"/>
                  <a:pt x="649929" y="864426"/>
                </a:cubicBezTo>
                <a:close/>
                <a:moveTo>
                  <a:pt x="68523" y="162941"/>
                </a:moveTo>
                <a:cubicBezTo>
                  <a:pt x="68523" y="164402"/>
                  <a:pt x="68142" y="166370"/>
                  <a:pt x="68142" y="168275"/>
                </a:cubicBezTo>
                <a:cubicBezTo>
                  <a:pt x="68142" y="225425"/>
                  <a:pt x="67507" y="282575"/>
                  <a:pt x="68460" y="339725"/>
                </a:cubicBezTo>
                <a:cubicBezTo>
                  <a:pt x="68770" y="363686"/>
                  <a:pt x="71064" y="387580"/>
                  <a:pt x="75318" y="411162"/>
                </a:cubicBezTo>
                <a:cubicBezTo>
                  <a:pt x="81668" y="445326"/>
                  <a:pt x="97289" y="474662"/>
                  <a:pt x="127325" y="494665"/>
                </a:cubicBezTo>
                <a:cubicBezTo>
                  <a:pt x="150463" y="508873"/>
                  <a:pt x="176305" y="518107"/>
                  <a:pt x="203207" y="521780"/>
                </a:cubicBezTo>
                <a:cubicBezTo>
                  <a:pt x="246514" y="529273"/>
                  <a:pt x="290265" y="527621"/>
                  <a:pt x="333889" y="527558"/>
                </a:cubicBezTo>
                <a:cubicBezTo>
                  <a:pt x="334936" y="527411"/>
                  <a:pt x="335960" y="527133"/>
                  <a:pt x="336937" y="526732"/>
                </a:cubicBezTo>
                <a:lnTo>
                  <a:pt x="336938" y="162243"/>
                </a:lnTo>
                <a:lnTo>
                  <a:pt x="202508" y="295021"/>
                </a:lnTo>
                <a:close/>
              </a:path>
            </a:pathLst>
          </a:custGeom>
          <a:solidFill>
            <a:schemeClr val="accent1"/>
          </a:solidFill>
          <a:ln w="6350" cap="flat">
            <a:noFill/>
            <a:prstDash val="solid"/>
            <a:miter/>
          </a:ln>
        </p:spPr>
        <p:txBody>
          <a:bodyPr rtlCol="0" anchor="ctr"/>
          <a:lstStyle/>
          <a:p>
            <a:endParaRPr lang="en-GB"/>
          </a:p>
        </p:txBody>
      </p:sp>
      <p:sp>
        <p:nvSpPr>
          <p:cNvPr id="5"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4327302" y="344971"/>
            <a:ext cx="7475232" cy="2858874"/>
          </a:xfrm>
        </p:spPr>
        <p:txBody>
          <a:bodyPr anchor="b" anchorCtr="0">
            <a:noAutofit/>
          </a:bodyPr>
          <a:lstStyle>
            <a:lvl1pPr algn="l">
              <a:lnSpc>
                <a:spcPct val="100000"/>
              </a:lnSpc>
              <a:defRPr sz="3600" baseline="0">
                <a:solidFill>
                  <a:srgbClr val="004050"/>
                </a:solidFill>
              </a:defRPr>
            </a:lvl1pPr>
          </a:lstStyle>
          <a:p>
            <a:br>
              <a:rPr lang="en-US" noProof="0" dirty="0"/>
            </a:br>
            <a:br>
              <a:rPr lang="en-US" noProof="0" dirty="0"/>
            </a:br>
            <a:r>
              <a:rPr lang="en-US" noProof="0" dirty="0"/>
              <a:t>ACTIVITY: </a:t>
            </a:r>
            <a:br>
              <a:rPr lang="en-US" noProof="0" dirty="0"/>
            </a:br>
            <a:r>
              <a:rPr lang="en-US" noProof="0" dirty="0"/>
              <a:t>CLICK TO EDIT TITLE</a:t>
            </a:r>
            <a:endParaRPr lang="en-GB" noProof="0" dirty="0"/>
          </a:p>
        </p:txBody>
      </p:sp>
      <p:sp>
        <p:nvSpPr>
          <p:cNvPr id="6" name="Text Placeholder 3"/>
          <p:cNvSpPr>
            <a:spLocks noGrp="1"/>
          </p:cNvSpPr>
          <p:nvPr>
            <p:ph type="body" sz="quarter" idx="10" hasCustomPrompt="1"/>
          </p:nvPr>
        </p:nvSpPr>
        <p:spPr>
          <a:xfrm>
            <a:off x="4327303" y="3525004"/>
            <a:ext cx="7475230" cy="2791976"/>
          </a:xfrm>
        </p:spPr>
        <p:txBody>
          <a:bodyPr/>
          <a:lstStyle>
            <a:lvl1pPr>
              <a:lnSpc>
                <a:spcPct val="100000"/>
              </a:lnSpc>
              <a:defRPr b="0" baseline="0"/>
            </a:lvl1pPr>
          </a:lstStyle>
          <a:p>
            <a:pPr lvl="0"/>
            <a:r>
              <a:rPr lang="en-US" dirty="0"/>
              <a:t>Click to edit instructions</a:t>
            </a:r>
          </a:p>
        </p:txBody>
      </p:sp>
    </p:spTree>
    <p:extLst>
      <p:ext uri="{BB962C8B-B14F-4D97-AF65-F5344CB8AC3E}">
        <p14:creationId xmlns:p14="http://schemas.microsoft.com/office/powerpoint/2010/main" val="1928947671"/>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5_03 Section Divider">
    <p:bg>
      <p:bgPr>
        <a:solidFill>
          <a:srgbClr val="F3622C"/>
        </a:solidFill>
        <a:effectLst/>
      </p:bgPr>
    </p:bg>
    <p:spTree>
      <p:nvGrpSpPr>
        <p:cNvPr id="1" name=""/>
        <p:cNvGrpSpPr/>
        <p:nvPr/>
      </p:nvGrpSpPr>
      <p:grpSpPr>
        <a:xfrm>
          <a:off x="0" y="0"/>
          <a:ext cx="0" cy="0"/>
          <a:chOff x="0" y="0"/>
          <a:chExt cx="0" cy="0"/>
        </a:xfrm>
      </p:grpSpPr>
      <p:sp>
        <p:nvSpPr>
          <p:cNvPr id="16" name="Rectangle 15"/>
          <p:cNvSpPr/>
          <p:nvPr userDrawn="1"/>
        </p:nvSpPr>
        <p:spPr>
          <a:xfrm>
            <a:off x="760859" y="768561"/>
            <a:ext cx="379608" cy="110490"/>
          </a:xfrm>
          <a:prstGeom prst="rect">
            <a:avLst/>
          </a:prstGeom>
          <a:solidFill>
            <a:srgbClr val="F3622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 name="Title 1">
            <a:extLst>
              <a:ext uri="{FF2B5EF4-FFF2-40B4-BE49-F238E27FC236}">
                <a16:creationId xmlns:a16="http://schemas.microsoft.com/office/drawing/2014/main" id="{EBBB6D40-B4C9-8B4A-B2A6-126F64906376}"/>
              </a:ext>
            </a:extLst>
          </p:cNvPr>
          <p:cNvSpPr>
            <a:spLocks noGrp="1"/>
          </p:cNvSpPr>
          <p:nvPr userDrawn="1">
            <p:ph type="ctrTitle" hasCustomPrompt="1"/>
          </p:nvPr>
        </p:nvSpPr>
        <p:spPr>
          <a:xfrm>
            <a:off x="376239" y="1556247"/>
            <a:ext cx="5810250" cy="2277604"/>
          </a:xfrm>
        </p:spPr>
        <p:txBody>
          <a:bodyPr anchor="b" anchorCtr="0">
            <a:noAutofit/>
          </a:bodyPr>
          <a:lstStyle>
            <a:lvl1pPr algn="l">
              <a:lnSpc>
                <a:spcPct val="90000"/>
              </a:lnSpc>
              <a:defRPr sz="3600" spc="60" baseline="0">
                <a:solidFill>
                  <a:schemeClr val="bg1"/>
                </a:solidFill>
              </a:defRPr>
            </a:lvl1pPr>
          </a:lstStyle>
          <a:p>
            <a:r>
              <a:rPr lang="en-US" noProof="0" dirty="0"/>
              <a:t>CLICK TO EDIT </a:t>
            </a:r>
            <a:br>
              <a:rPr lang="en-US" noProof="0" dirty="0"/>
            </a:br>
            <a:r>
              <a:rPr lang="en-US" noProof="0" dirty="0"/>
              <a:t>MASTER TITLE STYLE</a:t>
            </a:r>
            <a:endParaRPr lang="en-GB" noProof="0" dirty="0"/>
          </a:p>
        </p:txBody>
      </p:sp>
      <p:grpSp>
        <p:nvGrpSpPr>
          <p:cNvPr id="6" name="Group 5"/>
          <p:cNvGrpSpPr/>
          <p:nvPr userDrawn="1"/>
        </p:nvGrpSpPr>
        <p:grpSpPr>
          <a:xfrm>
            <a:off x="-2229" y="2361812"/>
            <a:ext cx="11067619" cy="4502135"/>
            <a:chOff x="-2229" y="2361812"/>
            <a:chExt cx="11067619" cy="4502135"/>
          </a:xfrm>
        </p:grpSpPr>
        <p:sp>
          <p:nvSpPr>
            <p:cNvPr id="10" name="Freeform 9">
              <a:extLst>
                <a:ext uri="{FF2B5EF4-FFF2-40B4-BE49-F238E27FC236}">
                  <a16:creationId xmlns:a16="http://schemas.microsoft.com/office/drawing/2014/main" id="{2F450B4C-241D-A544-BBEF-175E01D6A139}"/>
                </a:ext>
              </a:extLst>
            </p:cNvPr>
            <p:cNvSpPr/>
            <p:nvPr userDrawn="1"/>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solidFill>
              <a:srgbClr val="F8D237"/>
            </a:solidFill>
            <a:ln w="6350" cap="flat">
              <a:noFill/>
              <a:prstDash val="solid"/>
              <a:miter/>
            </a:ln>
          </p:spPr>
          <p:txBody>
            <a:bodyPr rtlCol="0" anchor="ctr"/>
            <a:lstStyle/>
            <a:p>
              <a:endParaRPr lang="en-GB"/>
            </a:p>
          </p:txBody>
        </p:sp>
        <p:sp>
          <p:nvSpPr>
            <p:cNvPr id="13" name="Freeform 12">
              <a:extLst>
                <a:ext uri="{FF2B5EF4-FFF2-40B4-BE49-F238E27FC236}">
                  <a16:creationId xmlns:a16="http://schemas.microsoft.com/office/drawing/2014/main" id="{17BA7C41-EA1C-2F4D-90C7-EC472AB85B8A}"/>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solidFill>
              <a:srgbClr val="F8D237"/>
            </a:solidFill>
            <a:ln w="6350" cap="flat">
              <a:noFill/>
              <a:prstDash val="solid"/>
              <a:miter/>
            </a:ln>
          </p:spPr>
          <p:txBody>
            <a:bodyPr rtlCol="0" anchor="ctr"/>
            <a:lstStyle/>
            <a:p>
              <a:endParaRPr lang="en-GB"/>
            </a:p>
          </p:txBody>
        </p:sp>
        <p:sp>
          <p:nvSpPr>
            <p:cNvPr id="15" name="Freeform 14">
              <a:extLst>
                <a:ext uri="{FF2B5EF4-FFF2-40B4-BE49-F238E27FC236}">
                  <a16:creationId xmlns:a16="http://schemas.microsoft.com/office/drawing/2014/main" id="{2F450B4C-241D-A544-BBEF-175E01D6A139}"/>
                </a:ext>
              </a:extLst>
            </p:cNvPr>
            <p:cNvSpPr/>
            <p:nvPr userDrawn="1"/>
          </p:nvSpPr>
          <p:spPr>
            <a:xfrm flipV="1">
              <a:off x="-467" y="49513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solidFill>
              <a:srgbClr val="F8D237"/>
            </a:solid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122356146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2_Text Slide - With side bar C1">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rgbClr val="F3622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bg1"/>
              </a:solidFill>
            </a:endParaRPr>
          </a:p>
        </p:txBody>
      </p:sp>
      <p:sp>
        <p:nvSpPr>
          <p:cNvPr id="8" name="Text Placeholder 2"/>
          <p:cNvSpPr>
            <a:spLocks noGrp="1"/>
          </p:cNvSpPr>
          <p:nvPr>
            <p:ph type="body" sz="quarter" idx="10" hasCustomPrompt="1"/>
          </p:nvPr>
        </p:nvSpPr>
        <p:spPr>
          <a:xfrm>
            <a:off x="384784" y="1349984"/>
            <a:ext cx="3443732" cy="2751998"/>
          </a:xfrm>
        </p:spPr>
        <p:txBody>
          <a:bodyPr/>
          <a:lstStyle>
            <a:lvl1pPr marL="0" indent="0">
              <a:lnSpc>
                <a:spcPct val="90000"/>
              </a:lnSpc>
              <a:spcAft>
                <a:spcPts val="0"/>
              </a:spcAft>
              <a:buFont typeface="Arial" panose="020B0604020202020204" pitchFamily="34" charset="0"/>
              <a:buNone/>
              <a:defRPr sz="3600" cap="all" spc="60" baseline="0">
                <a:solidFill>
                  <a:schemeClr val="bg1"/>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slide title to sit here</a:t>
            </a:r>
          </a:p>
        </p:txBody>
      </p:sp>
      <p:sp>
        <p:nvSpPr>
          <p:cNvPr id="9" name="Text Placeholder 4"/>
          <p:cNvSpPr>
            <a:spLocks noGrp="1"/>
          </p:cNvSpPr>
          <p:nvPr>
            <p:ph type="body" sz="quarter" idx="15" hasCustomPrompt="1"/>
          </p:nvPr>
        </p:nvSpPr>
        <p:spPr>
          <a:xfrm>
            <a:off x="5037138" y="1349984"/>
            <a:ext cx="5803900" cy="4094163"/>
          </a:xfrm>
        </p:spPr>
        <p:txBody>
          <a:bodyPr/>
          <a:lstStyle>
            <a:lvl1pPr marL="0" indent="0">
              <a:lnSpc>
                <a:spcPct val="100000"/>
              </a:lnSpc>
              <a:buFont typeface="Arial" panose="020B0604020202020204" pitchFamily="34" charset="0"/>
              <a:buNone/>
              <a:defRPr sz="2000" b="0"/>
            </a:lvl1pPr>
            <a:lvl2pPr marL="180000" indent="-180000">
              <a:buFont typeface="Arial" panose="020B0604020202020204" pitchFamily="34" charset="0"/>
              <a:buChar char="•"/>
              <a:defRPr sz="2000"/>
            </a:lvl2pPr>
            <a:lvl3pPr marL="180000" indent="-180000">
              <a:buFont typeface="Arial" panose="020B0604020202020204" pitchFamily="34" charset="0"/>
              <a:buChar char="•"/>
              <a:defRPr/>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t>
            </a:r>
            <a:r>
              <a:rPr lang="en-US" dirty="0" err="1"/>
              <a:t>sed</a:t>
            </a:r>
            <a:r>
              <a:rPr lang="en-US" dirty="0"/>
              <a:t> </a:t>
            </a:r>
            <a:r>
              <a:rPr lang="en-US" dirty="0" err="1"/>
              <a:t>diam</a:t>
            </a:r>
            <a:r>
              <a:rPr lang="en-US" dirty="0"/>
              <a:t> </a:t>
            </a:r>
            <a:r>
              <a:rPr lang="en-US" dirty="0" err="1"/>
              <a:t>nonummy</a:t>
            </a:r>
            <a:r>
              <a:rPr lang="en-US" dirty="0"/>
              <a:t> </a:t>
            </a:r>
            <a:r>
              <a:rPr lang="en-US" dirty="0" err="1"/>
              <a:t>nibh</a:t>
            </a:r>
            <a:r>
              <a:rPr lang="en-US" dirty="0"/>
              <a:t> </a:t>
            </a:r>
            <a:r>
              <a:rPr lang="en-US" dirty="0" err="1"/>
              <a:t>laoreet</a:t>
            </a:r>
            <a:r>
              <a:rPr lang="en-US" dirty="0"/>
              <a:t> </a:t>
            </a:r>
            <a:r>
              <a:rPr lang="en-US" dirty="0" err="1"/>
              <a:t>dolore</a:t>
            </a:r>
            <a:r>
              <a:rPr lang="en-US" dirty="0"/>
              <a:t> magna.</a:t>
            </a:r>
          </a:p>
          <a:p>
            <a:pPr lvl="1"/>
            <a:r>
              <a:rPr lang="en-US" dirty="0"/>
              <a:t>Second level</a:t>
            </a:r>
          </a:p>
        </p:txBody>
      </p:sp>
      <p:grpSp>
        <p:nvGrpSpPr>
          <p:cNvPr id="4" name="Group 3"/>
          <p:cNvGrpSpPr/>
          <p:nvPr userDrawn="1"/>
        </p:nvGrpSpPr>
        <p:grpSpPr>
          <a:xfrm>
            <a:off x="-1717" y="4568506"/>
            <a:ext cx="4628886" cy="1406446"/>
            <a:chOff x="-1717" y="4568506"/>
            <a:chExt cx="4628886" cy="1406446"/>
          </a:xfrm>
        </p:grpSpPr>
        <p:sp>
          <p:nvSpPr>
            <p:cNvPr id="11" name="Freeform 10">
              <a:extLst>
                <a:ext uri="{FF2B5EF4-FFF2-40B4-BE49-F238E27FC236}">
                  <a16:creationId xmlns:a16="http://schemas.microsoft.com/office/drawing/2014/main" id="{2F450B4C-241D-A544-BBEF-175E01D6A139}"/>
                </a:ext>
              </a:extLst>
            </p:cNvPr>
            <p:cNvSpPr/>
            <p:nvPr userDrawn="1"/>
          </p:nvSpPr>
          <p:spPr>
            <a:xfrm>
              <a:off x="-1717" y="4568506"/>
              <a:ext cx="4004222" cy="595385"/>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68896" h="248186">
                  <a:moveTo>
                    <a:pt x="1668896" y="248186"/>
                  </a:moveTo>
                  <a:lnTo>
                    <a:pt x="331" y="248186"/>
                  </a:lnTo>
                  <a:cubicBezTo>
                    <a:pt x="-110" y="229623"/>
                    <a:pt x="441" y="211060"/>
                    <a:pt x="0" y="192497"/>
                  </a:cubicBezTo>
                  <a:lnTo>
                    <a:pt x="1522910" y="192497"/>
                  </a:lnTo>
                  <a:cubicBezTo>
                    <a:pt x="1465061" y="134140"/>
                    <a:pt x="1411785" y="74768"/>
                    <a:pt x="1376225" y="219"/>
                  </a:cubicBezTo>
                  <a:cubicBezTo>
                    <a:pt x="1396608" y="219"/>
                    <a:pt x="1415468" y="854"/>
                    <a:pt x="1434264" y="219"/>
                  </a:cubicBezTo>
                  <a:cubicBezTo>
                    <a:pt x="1443056" y="-1141"/>
                    <a:pt x="1451568" y="3956"/>
                    <a:pt x="1454520" y="12347"/>
                  </a:cubicBezTo>
                  <a:cubicBezTo>
                    <a:pt x="1472082" y="45816"/>
                    <a:pt x="1493755" y="76961"/>
                    <a:pt x="1519036" y="105057"/>
                  </a:cubicBezTo>
                  <a:cubicBezTo>
                    <a:pt x="1562664" y="155126"/>
                    <a:pt x="1610880" y="201004"/>
                    <a:pt x="1663055" y="242090"/>
                  </a:cubicBezTo>
                  <a:cubicBezTo>
                    <a:pt x="1664833" y="243551"/>
                    <a:pt x="1666610" y="245011"/>
                    <a:pt x="1668261" y="246535"/>
                  </a:cubicBezTo>
                  <a:cubicBezTo>
                    <a:pt x="1668579" y="246599"/>
                    <a:pt x="1668579" y="247170"/>
                    <a:pt x="1668896" y="248186"/>
                  </a:cubicBezTo>
                  <a:close/>
                </a:path>
              </a:pathLst>
            </a:custGeom>
            <a:solidFill>
              <a:srgbClr val="F8D237"/>
            </a:solidFill>
            <a:ln w="6350" cap="flat">
              <a:noFill/>
              <a:prstDash val="solid"/>
              <a:miter/>
            </a:ln>
          </p:spPr>
          <p:txBody>
            <a:bodyPr rtlCol="0" anchor="ctr"/>
            <a:lstStyle/>
            <a:p>
              <a:endParaRPr lang="en-GB"/>
            </a:p>
          </p:txBody>
        </p:sp>
        <p:sp>
          <p:nvSpPr>
            <p:cNvPr id="13" name="Freeform 12">
              <a:extLst>
                <a:ext uri="{FF2B5EF4-FFF2-40B4-BE49-F238E27FC236}">
                  <a16:creationId xmlns:a16="http://schemas.microsoft.com/office/drawing/2014/main" id="{17BA7C41-EA1C-2F4D-90C7-EC472AB85B8A}"/>
                </a:ext>
              </a:extLst>
            </p:cNvPr>
            <p:cNvSpPr/>
            <p:nvPr/>
          </p:nvSpPr>
          <p:spPr>
            <a:xfrm>
              <a:off x="3713028" y="4568727"/>
              <a:ext cx="914141" cy="1401463"/>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solidFill>
              <a:srgbClr val="F8D237"/>
            </a:solidFill>
            <a:ln w="6350" cap="flat">
              <a:noFill/>
              <a:prstDash val="solid"/>
              <a:miter/>
            </a:ln>
          </p:spPr>
          <p:txBody>
            <a:bodyPr rtlCol="0" anchor="ctr"/>
            <a:lstStyle/>
            <a:p>
              <a:endParaRPr lang="en-GB"/>
            </a:p>
          </p:txBody>
        </p:sp>
        <p:sp>
          <p:nvSpPr>
            <p:cNvPr id="20" name="Freeform 19">
              <a:extLst>
                <a:ext uri="{FF2B5EF4-FFF2-40B4-BE49-F238E27FC236}">
                  <a16:creationId xmlns:a16="http://schemas.microsoft.com/office/drawing/2014/main" id="{2F450B4C-241D-A544-BBEF-175E01D6A139}"/>
                </a:ext>
              </a:extLst>
            </p:cNvPr>
            <p:cNvSpPr/>
            <p:nvPr userDrawn="1"/>
          </p:nvSpPr>
          <p:spPr>
            <a:xfrm flipV="1">
              <a:off x="-1717" y="5379567"/>
              <a:ext cx="4004222" cy="595385"/>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68896" h="248186">
                  <a:moveTo>
                    <a:pt x="1668896" y="248186"/>
                  </a:moveTo>
                  <a:lnTo>
                    <a:pt x="331" y="248186"/>
                  </a:lnTo>
                  <a:cubicBezTo>
                    <a:pt x="-110" y="229623"/>
                    <a:pt x="441" y="211060"/>
                    <a:pt x="0" y="192497"/>
                  </a:cubicBezTo>
                  <a:lnTo>
                    <a:pt x="1522910" y="192497"/>
                  </a:lnTo>
                  <a:cubicBezTo>
                    <a:pt x="1465061" y="134140"/>
                    <a:pt x="1411785" y="74768"/>
                    <a:pt x="1376225" y="219"/>
                  </a:cubicBezTo>
                  <a:cubicBezTo>
                    <a:pt x="1396608" y="219"/>
                    <a:pt x="1415468" y="854"/>
                    <a:pt x="1434264" y="219"/>
                  </a:cubicBezTo>
                  <a:cubicBezTo>
                    <a:pt x="1443056" y="-1141"/>
                    <a:pt x="1451568" y="3956"/>
                    <a:pt x="1454520" y="12347"/>
                  </a:cubicBezTo>
                  <a:cubicBezTo>
                    <a:pt x="1472082" y="45816"/>
                    <a:pt x="1493755" y="76961"/>
                    <a:pt x="1519036" y="105057"/>
                  </a:cubicBezTo>
                  <a:cubicBezTo>
                    <a:pt x="1562664" y="155126"/>
                    <a:pt x="1610880" y="201004"/>
                    <a:pt x="1663055" y="242090"/>
                  </a:cubicBezTo>
                  <a:cubicBezTo>
                    <a:pt x="1664833" y="243551"/>
                    <a:pt x="1666610" y="245011"/>
                    <a:pt x="1668261" y="246535"/>
                  </a:cubicBezTo>
                  <a:cubicBezTo>
                    <a:pt x="1668579" y="246599"/>
                    <a:pt x="1668579" y="247170"/>
                    <a:pt x="1668896" y="248186"/>
                  </a:cubicBezTo>
                  <a:close/>
                </a:path>
              </a:pathLst>
            </a:custGeom>
            <a:solidFill>
              <a:srgbClr val="F8D237"/>
            </a:solidFill>
            <a:ln w="6350" cap="flat">
              <a:noFill/>
              <a:prstDash val="solid"/>
              <a:miter/>
            </a:ln>
          </p:spPr>
          <p:txBody>
            <a:bodyPr rtlCol="0" anchor="ctr"/>
            <a:lstStyle/>
            <a:p>
              <a:endParaRPr lang="en-GB"/>
            </a:p>
          </p:txBody>
        </p:sp>
      </p:grpSp>
      <p:sp>
        <p:nvSpPr>
          <p:cNvPr id="2" name="Slide Number Placeholder 5">
            <a:extLst>
              <a:ext uri="{FF2B5EF4-FFF2-40B4-BE49-F238E27FC236}">
                <a16:creationId xmlns:a16="http://schemas.microsoft.com/office/drawing/2014/main" id="{9595EBDB-EA91-D488-C972-75838418D5F1}"/>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Tree>
    <p:extLst>
      <p:ext uri="{BB962C8B-B14F-4D97-AF65-F5344CB8AC3E}">
        <p14:creationId xmlns:p14="http://schemas.microsoft.com/office/powerpoint/2010/main" val="998918914"/>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1_Text Slide A">
    <p:spTree>
      <p:nvGrpSpPr>
        <p:cNvPr id="1" name=""/>
        <p:cNvGrpSpPr/>
        <p:nvPr/>
      </p:nvGrpSpPr>
      <p:grpSpPr>
        <a:xfrm>
          <a:off x="0" y="0"/>
          <a:ext cx="0" cy="0"/>
          <a:chOff x="0" y="0"/>
          <a:chExt cx="0" cy="0"/>
        </a:xfrm>
      </p:grpSpPr>
      <p:sp>
        <p:nvSpPr>
          <p:cNvPr id="15" name="Text Placeholder 2"/>
          <p:cNvSpPr>
            <a:spLocks noGrp="1"/>
          </p:cNvSpPr>
          <p:nvPr>
            <p:ph type="body" sz="quarter" idx="10" hasCustomPrompt="1"/>
          </p:nvPr>
        </p:nvSpPr>
        <p:spPr>
          <a:xfrm>
            <a:off x="384784" y="1242034"/>
            <a:ext cx="3694112" cy="2917842"/>
          </a:xfrm>
        </p:spPr>
        <p:txBody>
          <a:bodyPr anchor="b"/>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16" name="Text Placeholder 4"/>
          <p:cNvSpPr>
            <a:spLocks noGrp="1"/>
          </p:cNvSpPr>
          <p:nvPr>
            <p:ph type="body" sz="quarter" idx="11" hasCustomPrompt="1"/>
          </p:nvPr>
        </p:nvSpPr>
        <p:spPr>
          <a:xfrm>
            <a:off x="6098146" y="579549"/>
            <a:ext cx="5718225" cy="5899039"/>
          </a:xfrm>
        </p:spPr>
        <p:txBody>
          <a:bodyPr/>
          <a:lstStyle>
            <a:lvl1pPr marL="0" indent="0">
              <a:buFont typeface="Arial" panose="020B0604020202020204" pitchFamily="34" charset="0"/>
              <a:buNone/>
              <a:defRPr sz="20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2000"/>
            </a:lvl2pPr>
            <a:lvl3pPr marL="180000" indent="-180000">
              <a:buFont typeface="Arial" panose="020B0604020202020204" pitchFamily="34" charset="0"/>
              <a:buChar char="•"/>
              <a:defRPr sz="20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Edit text</a:t>
            </a:r>
          </a:p>
          <a:p>
            <a:pPr lvl="1"/>
            <a:r>
              <a:rPr lang="en-US" dirty="0"/>
              <a:t>Second level</a:t>
            </a:r>
          </a:p>
          <a:p>
            <a:pPr lvl="2"/>
            <a:r>
              <a:rPr lang="en-GB" dirty="0"/>
              <a:t>Third level</a:t>
            </a:r>
          </a:p>
          <a:p>
            <a:pPr lvl="2"/>
            <a:r>
              <a:rPr lang="en-GB" dirty="0"/>
              <a:t>Fourth level</a:t>
            </a:r>
          </a:p>
          <a:p>
            <a:pPr lvl="2"/>
            <a:r>
              <a:rPr lang="en-GB" dirty="0"/>
              <a:t>Fifth level</a:t>
            </a:r>
          </a:p>
        </p:txBody>
      </p:sp>
      <p:grpSp>
        <p:nvGrpSpPr>
          <p:cNvPr id="28" name="Group 27"/>
          <p:cNvGrpSpPr/>
          <p:nvPr userDrawn="1"/>
        </p:nvGrpSpPr>
        <p:grpSpPr>
          <a:xfrm>
            <a:off x="-6058" y="3531457"/>
            <a:ext cx="5797612" cy="2365031"/>
            <a:chOff x="-2229" y="2361812"/>
            <a:chExt cx="11067619" cy="4514835"/>
          </a:xfrm>
        </p:grpSpPr>
        <p:sp>
          <p:nvSpPr>
            <p:cNvPr id="29" name="Freeform 28">
              <a:extLst>
                <a:ext uri="{FF2B5EF4-FFF2-40B4-BE49-F238E27FC236}">
                  <a16:creationId xmlns:a16="http://schemas.microsoft.com/office/drawing/2014/main" id="{2F450B4C-241D-A544-BBEF-175E01D6A139}"/>
                </a:ext>
              </a:extLst>
            </p:cNvPr>
            <p:cNvSpPr/>
            <p:nvPr userDrawn="1"/>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solidFill>
              <a:srgbClr val="F3622C"/>
            </a:solidFill>
            <a:ln w="6350" cap="flat">
              <a:noFill/>
              <a:prstDash val="solid"/>
              <a:miter/>
            </a:ln>
          </p:spPr>
          <p:txBody>
            <a:bodyPr rtlCol="0" anchor="ctr"/>
            <a:lstStyle/>
            <a:p>
              <a:endParaRPr lang="en-GB"/>
            </a:p>
          </p:txBody>
        </p:sp>
        <p:sp>
          <p:nvSpPr>
            <p:cNvPr id="30" name="Freeform 29">
              <a:extLst>
                <a:ext uri="{FF2B5EF4-FFF2-40B4-BE49-F238E27FC236}">
                  <a16:creationId xmlns:a16="http://schemas.microsoft.com/office/drawing/2014/main" id="{17BA7C41-EA1C-2F4D-90C7-EC472AB85B8A}"/>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solidFill>
              <a:srgbClr val="F3622C"/>
            </a:solidFill>
            <a:ln w="6350" cap="flat">
              <a:noFill/>
              <a:prstDash val="solid"/>
              <a:miter/>
            </a:ln>
          </p:spPr>
          <p:txBody>
            <a:bodyPr rtlCol="0" anchor="ctr"/>
            <a:lstStyle/>
            <a:p>
              <a:endParaRPr lang="en-GB"/>
            </a:p>
          </p:txBody>
        </p:sp>
        <p:sp>
          <p:nvSpPr>
            <p:cNvPr id="31" name="Freeform 30">
              <a:extLst>
                <a:ext uri="{FF2B5EF4-FFF2-40B4-BE49-F238E27FC236}">
                  <a16:creationId xmlns:a16="http://schemas.microsoft.com/office/drawing/2014/main" id="{2F450B4C-241D-A544-BBEF-175E01D6A139}"/>
                </a:ext>
              </a:extLst>
            </p:cNvPr>
            <p:cNvSpPr/>
            <p:nvPr userDrawn="1"/>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solidFill>
              <a:srgbClr val="F3622C"/>
            </a:solid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1416148498"/>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3_Text and Image (half screen)">
    <p:bg>
      <p:bgPr>
        <a:solidFill>
          <a:schemeClr val="bg1"/>
        </a:solidFill>
        <a:effectLst/>
      </p:bgPr>
    </p:bg>
    <p:spTree>
      <p:nvGrpSpPr>
        <p:cNvPr id="1" name=""/>
        <p:cNvGrpSpPr/>
        <p:nvPr/>
      </p:nvGrpSpPr>
      <p:grpSpPr>
        <a:xfrm>
          <a:off x="0" y="0"/>
          <a:ext cx="0" cy="0"/>
          <a:chOff x="0" y="0"/>
          <a:chExt cx="0" cy="0"/>
        </a:xfrm>
      </p:grpSpPr>
      <p:sp>
        <p:nvSpPr>
          <p:cNvPr id="10" name="Text Placeholder 7"/>
          <p:cNvSpPr>
            <a:spLocks noGrp="1"/>
          </p:cNvSpPr>
          <p:nvPr>
            <p:ph type="body" sz="quarter" idx="11" hasCustomPrompt="1"/>
          </p:nvPr>
        </p:nvSpPr>
        <p:spPr>
          <a:xfrm>
            <a:off x="373063" y="1892635"/>
            <a:ext cx="6143484" cy="4376323"/>
          </a:xfrm>
        </p:spPr>
        <p:txBody>
          <a:bodyPr/>
          <a:lstStyle>
            <a:lvl1pPr marL="0" indent="0">
              <a:lnSpc>
                <a:spcPct val="100000"/>
              </a:lnSpc>
              <a:buFont typeface="Arial" panose="020B0604020202020204" pitchFamily="34" charset="0"/>
              <a:buNone/>
              <a:defRPr sz="2000" b="0"/>
            </a:lvl1pPr>
            <a:lvl2pPr marL="171450" indent="-171450">
              <a:lnSpc>
                <a:spcPct val="100000"/>
              </a:lnSpc>
              <a:buFont typeface="Arial" panose="020B0604020202020204" pitchFamily="34" charset="0"/>
              <a:buChar char="•"/>
              <a:defRPr sz="2000" b="0"/>
            </a:lvl2pPr>
            <a:lvl3pPr>
              <a:lnSpc>
                <a:spcPct val="100000"/>
              </a:lnSpc>
              <a:defRPr sz="1800" b="0"/>
            </a:lvl3pPr>
            <a:lvl4pPr>
              <a:lnSpc>
                <a:spcPct val="100000"/>
              </a:lnSpc>
              <a:defRPr sz="1800" b="0"/>
            </a:lvl4pPr>
            <a:lvl5pPr>
              <a:lnSpc>
                <a:spcPct val="100000"/>
              </a:lnSpc>
              <a:defRPr sz="1800" b="0"/>
            </a:lvl5pPr>
          </a:lstStyle>
          <a:p>
            <a:pPr lvl="0"/>
            <a:r>
              <a:rPr lang="en-US" dirty="0"/>
              <a:t>Edit text</a:t>
            </a:r>
          </a:p>
          <a:p>
            <a:pPr lvl="1"/>
            <a:r>
              <a:rPr lang="en-US" dirty="0"/>
              <a:t>Second level</a:t>
            </a:r>
          </a:p>
          <a:p>
            <a:pPr lvl="1"/>
            <a:r>
              <a:rPr lang="en-US" dirty="0"/>
              <a:t>Third level</a:t>
            </a:r>
          </a:p>
          <a:p>
            <a:pPr lvl="1"/>
            <a:r>
              <a:rPr lang="en-US" dirty="0"/>
              <a:t>Fourth level</a:t>
            </a:r>
          </a:p>
          <a:p>
            <a:pPr lvl="1"/>
            <a:r>
              <a:rPr lang="en-US" dirty="0"/>
              <a:t>Fifth level</a:t>
            </a:r>
          </a:p>
        </p:txBody>
      </p:sp>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dirty="0"/>
              <a:t>Click icon to add picture</a:t>
            </a:r>
          </a:p>
        </p:txBody>
      </p:sp>
      <p:sp>
        <p:nvSpPr>
          <p:cNvPr id="11" name="Text Placeholder 2"/>
          <p:cNvSpPr>
            <a:spLocks noGrp="1"/>
          </p:cNvSpPr>
          <p:nvPr>
            <p:ph type="body" sz="quarter" idx="12" hasCustomPrompt="1"/>
          </p:nvPr>
        </p:nvSpPr>
        <p:spPr>
          <a:xfrm>
            <a:off x="385650" y="1147572"/>
            <a:ext cx="5123903"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6" name="Freeform 15">
            <a:extLst>
              <a:ext uri="{FF2B5EF4-FFF2-40B4-BE49-F238E27FC236}">
                <a16:creationId xmlns:a16="http://schemas.microsoft.com/office/drawing/2014/main" id="{D44E23D4-CD16-B448-8F0A-11F5CE4FAB4C}"/>
              </a:ext>
            </a:extLst>
          </p:cNvPr>
          <p:cNvSpPr/>
          <p:nvPr userDrawn="1"/>
        </p:nvSpPr>
        <p:spPr>
          <a:xfrm>
            <a:off x="3229535" y="4488657"/>
            <a:ext cx="3729957" cy="2369343"/>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641350">
                <a:moveTo>
                  <a:pt x="117151" y="24275"/>
                </a:moveTo>
                <a:cubicBezTo>
                  <a:pt x="34918" y="69741"/>
                  <a:pt x="-5912" y="140163"/>
                  <a:pt x="692" y="235603"/>
                </a:cubicBezTo>
                <a:cubicBezTo>
                  <a:pt x="7994" y="341013"/>
                  <a:pt x="103117" y="429659"/>
                  <a:pt x="208781" y="429659"/>
                </a:cubicBezTo>
                <a:lnTo>
                  <a:pt x="350450" y="429659"/>
                </a:lnTo>
                <a:lnTo>
                  <a:pt x="350450" y="641432"/>
                </a:lnTo>
                <a:lnTo>
                  <a:pt x="428301" y="641432"/>
                </a:lnTo>
                <a:lnTo>
                  <a:pt x="428301" y="430358"/>
                </a:lnTo>
                <a:lnTo>
                  <a:pt x="777551" y="430358"/>
                </a:lnTo>
                <a:cubicBezTo>
                  <a:pt x="722305" y="492842"/>
                  <a:pt x="679379" y="561231"/>
                  <a:pt x="652519" y="640352"/>
                </a:cubicBezTo>
                <a:cubicBezTo>
                  <a:pt x="668712" y="640352"/>
                  <a:pt x="683761" y="640352"/>
                  <a:pt x="698747" y="640352"/>
                </a:cubicBez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cubicBezTo>
                  <a:pt x="687889" y="141687"/>
                  <a:pt x="670616" y="141687"/>
                  <a:pt x="652138" y="141687"/>
                </a:cubicBez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cubicBezTo>
                  <a:pt x="350704" y="258463"/>
                  <a:pt x="350704" y="300818"/>
                  <a:pt x="350704" y="343045"/>
                </a:cubicBezTo>
                <a:lnTo>
                  <a:pt x="350704" y="352634"/>
                </a:lnTo>
                <a:cubicBezTo>
                  <a:pt x="349319" y="352892"/>
                  <a:pt x="347920" y="353061"/>
                  <a:pt x="346513" y="353142"/>
                </a:cubicBezTo>
                <a:cubicBezTo>
                  <a:pt x="300539" y="353142"/>
                  <a:pt x="254564" y="353142"/>
                  <a:pt x="208591" y="352697"/>
                </a:cubicBez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rgbClr val="F1612C"/>
          </a:solidFill>
          <a:ln w="6350" cap="flat">
            <a:noFill/>
            <a:prstDash val="solid"/>
            <a:miter/>
          </a:ln>
        </p:spPr>
        <p:txBody>
          <a:bodyPr rtlCol="0" anchor="ctr"/>
          <a:lstStyle/>
          <a:p>
            <a:endParaRPr lang="en-GB"/>
          </a:p>
        </p:txBody>
      </p:sp>
      <p:sp>
        <p:nvSpPr>
          <p:cNvPr id="8" name="Rectangle 7"/>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100865721"/>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2_Activity 1">
    <p:bg>
      <p:bgPr>
        <a:solidFill>
          <a:srgbClr val="F3622C"/>
        </a:solidFill>
        <a:effectLst/>
      </p:bgPr>
    </p:bg>
    <p:spTree>
      <p:nvGrpSpPr>
        <p:cNvPr id="1" name=""/>
        <p:cNvGrpSpPr/>
        <p:nvPr/>
      </p:nvGrpSpPr>
      <p:grpSpPr>
        <a:xfrm>
          <a:off x="0" y="0"/>
          <a:ext cx="0" cy="0"/>
          <a:chOff x="0" y="0"/>
          <a:chExt cx="0" cy="0"/>
        </a:xfrm>
      </p:grpSpPr>
      <p:sp>
        <p:nvSpPr>
          <p:cNvPr id="10" name="Freeform 9">
            <a:extLst>
              <a:ext uri="{FF2B5EF4-FFF2-40B4-BE49-F238E27FC236}">
                <a16:creationId xmlns:a16="http://schemas.microsoft.com/office/drawing/2014/main" id="{56887D20-DCD6-8E49-BF31-8F4C2FCCD421}"/>
              </a:ext>
            </a:extLst>
          </p:cNvPr>
          <p:cNvSpPr/>
          <p:nvPr userDrawn="1"/>
        </p:nvSpPr>
        <p:spPr>
          <a:xfrm>
            <a:off x="487005" y="518307"/>
            <a:ext cx="3525956" cy="4061544"/>
          </a:xfrm>
          <a:custGeom>
            <a:avLst/>
            <a:gdLst>
              <a:gd name="connsiteX0" fmla="*/ 1008895 w 1003300"/>
              <a:gd name="connsiteY0" fmla="*/ 731076 h 1155700"/>
              <a:gd name="connsiteX1" fmla="*/ 581921 w 1003300"/>
              <a:gd name="connsiteY1" fmla="*/ 1157986 h 1155700"/>
              <a:gd name="connsiteX2" fmla="*/ 581921 w 1003300"/>
              <a:gd name="connsiteY2" fmla="*/ 932371 h 1155700"/>
              <a:gd name="connsiteX3" fmla="*/ 565728 w 1003300"/>
              <a:gd name="connsiteY3" fmla="*/ 932371 h 1155700"/>
              <a:gd name="connsiteX4" fmla="*/ 485337 w 1003300"/>
              <a:gd name="connsiteY4" fmla="*/ 923163 h 1155700"/>
              <a:gd name="connsiteX5" fmla="*/ 405454 w 1003300"/>
              <a:gd name="connsiteY5" fmla="*/ 877824 h 1155700"/>
              <a:gd name="connsiteX6" fmla="*/ 306585 w 1003300"/>
              <a:gd name="connsiteY6" fmla="*/ 784035 h 1155700"/>
              <a:gd name="connsiteX7" fmla="*/ 114497 w 1003300"/>
              <a:gd name="connsiteY7" fmla="*/ 591312 h 1155700"/>
              <a:gd name="connsiteX8" fmla="*/ 29534 w 1003300"/>
              <a:gd name="connsiteY8" fmla="*/ 484251 h 1155700"/>
              <a:gd name="connsiteX9" fmla="*/ 7500 w 1003300"/>
              <a:gd name="connsiteY9" fmla="*/ 408051 h 1155700"/>
              <a:gd name="connsiteX10" fmla="*/ 452 w 1003300"/>
              <a:gd name="connsiteY10" fmla="*/ 282766 h 1155700"/>
              <a:gd name="connsiteX11" fmla="*/ 452 w 1003300"/>
              <a:gd name="connsiteY11" fmla="*/ 10668 h 1155700"/>
              <a:gd name="connsiteX12" fmla="*/ 452 w 1003300"/>
              <a:gd name="connsiteY12" fmla="*/ 1333 h 1155700"/>
              <a:gd name="connsiteX13" fmla="*/ 201937 w 1003300"/>
              <a:gd name="connsiteY13" fmla="*/ 203200 h 1155700"/>
              <a:gd name="connsiteX14" fmla="*/ 405137 w 1003300"/>
              <a:gd name="connsiteY14" fmla="*/ 0 h 1155700"/>
              <a:gd name="connsiteX15" fmla="*/ 405137 w 1003300"/>
              <a:gd name="connsiteY15" fmla="*/ 527876 h 1155700"/>
              <a:gd name="connsiteX16" fmla="*/ 573221 w 1003300"/>
              <a:gd name="connsiteY16" fmla="*/ 527876 h 1155700"/>
              <a:gd name="connsiteX17" fmla="*/ 581984 w 1003300"/>
              <a:gd name="connsiteY17" fmla="*/ 518732 h 1155700"/>
              <a:gd name="connsiteX18" fmla="*/ 581984 w 1003300"/>
              <a:gd name="connsiteY18" fmla="*/ 303975 h 1155700"/>
              <a:gd name="connsiteX19" fmla="*/ 1008895 w 1003300"/>
              <a:gd name="connsiteY19" fmla="*/ 731076 h 1155700"/>
              <a:gd name="connsiteX20" fmla="*/ 649929 w 1003300"/>
              <a:gd name="connsiteY20" fmla="*/ 864426 h 1155700"/>
              <a:gd name="connsiteX21" fmla="*/ 649929 w 1003300"/>
              <a:gd name="connsiteY21" fmla="*/ 991807 h 1155700"/>
              <a:gd name="connsiteX22" fmla="*/ 911359 w 1003300"/>
              <a:gd name="connsiteY22" fmla="*/ 730568 h 1155700"/>
              <a:gd name="connsiteX23" fmla="*/ 649231 w 1003300"/>
              <a:gd name="connsiteY23" fmla="*/ 468376 h 1155700"/>
              <a:gd name="connsiteX24" fmla="*/ 649231 w 1003300"/>
              <a:gd name="connsiteY24" fmla="*/ 595693 h 1155700"/>
              <a:gd name="connsiteX25" fmla="*/ 216732 w 1003300"/>
              <a:gd name="connsiteY25" fmla="*/ 595693 h 1155700"/>
              <a:gd name="connsiteX26" fmla="*/ 221558 w 1003300"/>
              <a:gd name="connsiteY26" fmla="*/ 601091 h 1155700"/>
              <a:gd name="connsiteX27" fmla="*/ 427870 w 1003300"/>
              <a:gd name="connsiteY27" fmla="*/ 807720 h 1155700"/>
              <a:gd name="connsiteX28" fmla="*/ 542170 w 1003300"/>
              <a:gd name="connsiteY28" fmla="*/ 862457 h 1155700"/>
              <a:gd name="connsiteX29" fmla="*/ 624720 w 1003300"/>
              <a:gd name="connsiteY29" fmla="*/ 864426 h 1155700"/>
              <a:gd name="connsiteX30" fmla="*/ 649929 w 1003300"/>
              <a:gd name="connsiteY30" fmla="*/ 864426 h 1155700"/>
              <a:gd name="connsiteX31" fmla="*/ 68523 w 1003300"/>
              <a:gd name="connsiteY31" fmla="*/ 162941 h 1155700"/>
              <a:gd name="connsiteX32" fmla="*/ 68142 w 1003300"/>
              <a:gd name="connsiteY32" fmla="*/ 168275 h 1155700"/>
              <a:gd name="connsiteX33" fmla="*/ 68460 w 1003300"/>
              <a:gd name="connsiteY33" fmla="*/ 339725 h 1155700"/>
              <a:gd name="connsiteX34" fmla="*/ 75318 w 1003300"/>
              <a:gd name="connsiteY34" fmla="*/ 411162 h 1155700"/>
              <a:gd name="connsiteX35" fmla="*/ 127325 w 1003300"/>
              <a:gd name="connsiteY35" fmla="*/ 494665 h 1155700"/>
              <a:gd name="connsiteX36" fmla="*/ 203207 w 1003300"/>
              <a:gd name="connsiteY36" fmla="*/ 521780 h 1155700"/>
              <a:gd name="connsiteX37" fmla="*/ 333889 w 1003300"/>
              <a:gd name="connsiteY37" fmla="*/ 527558 h 1155700"/>
              <a:gd name="connsiteX38" fmla="*/ 336937 w 1003300"/>
              <a:gd name="connsiteY38" fmla="*/ 526732 h 1155700"/>
              <a:gd name="connsiteX39" fmla="*/ 336938 w 1003300"/>
              <a:gd name="connsiteY39" fmla="*/ 162243 h 1155700"/>
              <a:gd name="connsiteX40" fmla="*/ 202508 w 1003300"/>
              <a:gd name="connsiteY40" fmla="*/ 295021 h 1155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003300" h="1155700">
                <a:moveTo>
                  <a:pt x="1008895" y="731076"/>
                </a:moveTo>
                <a:lnTo>
                  <a:pt x="581921" y="1157986"/>
                </a:lnTo>
                <a:lnTo>
                  <a:pt x="581921" y="932371"/>
                </a:lnTo>
                <a:lnTo>
                  <a:pt x="565728" y="932371"/>
                </a:lnTo>
                <a:cubicBezTo>
                  <a:pt x="538636" y="932998"/>
                  <a:pt x="511586" y="929900"/>
                  <a:pt x="485337" y="923163"/>
                </a:cubicBezTo>
                <a:cubicBezTo>
                  <a:pt x="455495" y="914588"/>
                  <a:pt x="428116" y="899048"/>
                  <a:pt x="405454" y="877824"/>
                </a:cubicBezTo>
                <a:cubicBezTo>
                  <a:pt x="371736" y="847407"/>
                  <a:pt x="338843" y="815975"/>
                  <a:pt x="306585" y="784035"/>
                </a:cubicBezTo>
                <a:cubicBezTo>
                  <a:pt x="242111" y="720238"/>
                  <a:pt x="178082" y="655997"/>
                  <a:pt x="114497" y="591312"/>
                </a:cubicBezTo>
                <a:cubicBezTo>
                  <a:pt x="82430" y="558737"/>
                  <a:pt x="52140" y="524510"/>
                  <a:pt x="29534" y="484251"/>
                </a:cubicBezTo>
                <a:cubicBezTo>
                  <a:pt x="16810" y="460725"/>
                  <a:pt x="9295" y="434737"/>
                  <a:pt x="7500" y="408051"/>
                </a:cubicBezTo>
                <a:cubicBezTo>
                  <a:pt x="3944" y="366395"/>
                  <a:pt x="1150" y="324548"/>
                  <a:pt x="452" y="282766"/>
                </a:cubicBezTo>
                <a:cubicBezTo>
                  <a:pt x="-565" y="192087"/>
                  <a:pt x="452" y="101346"/>
                  <a:pt x="452" y="10668"/>
                </a:cubicBezTo>
                <a:lnTo>
                  <a:pt x="452" y="1333"/>
                </a:lnTo>
                <a:cubicBezTo>
                  <a:pt x="67952" y="68961"/>
                  <a:pt x="134817" y="135890"/>
                  <a:pt x="201937" y="203200"/>
                </a:cubicBezTo>
                <a:lnTo>
                  <a:pt x="405137" y="0"/>
                </a:lnTo>
                <a:lnTo>
                  <a:pt x="405137" y="527876"/>
                </a:lnTo>
                <a:cubicBezTo>
                  <a:pt x="408185" y="527876"/>
                  <a:pt x="519818" y="527876"/>
                  <a:pt x="573221" y="527876"/>
                </a:cubicBezTo>
                <a:cubicBezTo>
                  <a:pt x="580524" y="527876"/>
                  <a:pt x="581984" y="525463"/>
                  <a:pt x="581984" y="518732"/>
                </a:cubicBezTo>
                <a:cubicBezTo>
                  <a:pt x="581984" y="449516"/>
                  <a:pt x="581984" y="305435"/>
                  <a:pt x="581984" y="303975"/>
                </a:cubicBezTo>
                <a:cubicBezTo>
                  <a:pt x="580778" y="304292"/>
                  <a:pt x="1010038" y="732028"/>
                  <a:pt x="1008895" y="731076"/>
                </a:cubicBezTo>
                <a:close/>
                <a:moveTo>
                  <a:pt x="649929" y="864426"/>
                </a:moveTo>
                <a:lnTo>
                  <a:pt x="649929" y="991807"/>
                </a:lnTo>
                <a:cubicBezTo>
                  <a:pt x="737601" y="904092"/>
                  <a:pt x="824745" y="817012"/>
                  <a:pt x="911359" y="730568"/>
                </a:cubicBezTo>
                <a:lnTo>
                  <a:pt x="649231" y="468376"/>
                </a:lnTo>
                <a:lnTo>
                  <a:pt x="649231" y="595693"/>
                </a:lnTo>
                <a:lnTo>
                  <a:pt x="216732" y="595693"/>
                </a:lnTo>
                <a:cubicBezTo>
                  <a:pt x="218955" y="598170"/>
                  <a:pt x="220162" y="599757"/>
                  <a:pt x="221558" y="601091"/>
                </a:cubicBezTo>
                <a:cubicBezTo>
                  <a:pt x="290265" y="669967"/>
                  <a:pt x="359036" y="738844"/>
                  <a:pt x="427870" y="807720"/>
                </a:cubicBezTo>
                <a:cubicBezTo>
                  <a:pt x="459620" y="839470"/>
                  <a:pt x="496894" y="859473"/>
                  <a:pt x="542170" y="862457"/>
                </a:cubicBezTo>
                <a:cubicBezTo>
                  <a:pt x="569665" y="864235"/>
                  <a:pt x="597288" y="863854"/>
                  <a:pt x="624720" y="864426"/>
                </a:cubicBezTo>
                <a:cubicBezTo>
                  <a:pt x="632721" y="864553"/>
                  <a:pt x="640404" y="864426"/>
                  <a:pt x="649929" y="864426"/>
                </a:cubicBezTo>
                <a:close/>
                <a:moveTo>
                  <a:pt x="68523" y="162941"/>
                </a:moveTo>
                <a:cubicBezTo>
                  <a:pt x="68523" y="164402"/>
                  <a:pt x="68142" y="166370"/>
                  <a:pt x="68142" y="168275"/>
                </a:cubicBezTo>
                <a:cubicBezTo>
                  <a:pt x="68142" y="225425"/>
                  <a:pt x="67507" y="282575"/>
                  <a:pt x="68460" y="339725"/>
                </a:cubicBezTo>
                <a:cubicBezTo>
                  <a:pt x="68770" y="363686"/>
                  <a:pt x="71064" y="387580"/>
                  <a:pt x="75318" y="411162"/>
                </a:cubicBezTo>
                <a:cubicBezTo>
                  <a:pt x="81668" y="445326"/>
                  <a:pt x="97289" y="474662"/>
                  <a:pt x="127325" y="494665"/>
                </a:cubicBezTo>
                <a:cubicBezTo>
                  <a:pt x="150463" y="508873"/>
                  <a:pt x="176305" y="518107"/>
                  <a:pt x="203207" y="521780"/>
                </a:cubicBezTo>
                <a:cubicBezTo>
                  <a:pt x="246514" y="529273"/>
                  <a:pt x="290265" y="527621"/>
                  <a:pt x="333889" y="527558"/>
                </a:cubicBezTo>
                <a:cubicBezTo>
                  <a:pt x="334936" y="527411"/>
                  <a:pt x="335960" y="527133"/>
                  <a:pt x="336937" y="526732"/>
                </a:cubicBezTo>
                <a:lnTo>
                  <a:pt x="336938" y="162243"/>
                </a:lnTo>
                <a:lnTo>
                  <a:pt x="202508" y="295021"/>
                </a:lnTo>
                <a:close/>
              </a:path>
            </a:pathLst>
          </a:custGeom>
          <a:solidFill>
            <a:schemeClr val="accent1"/>
          </a:solidFill>
          <a:ln w="6350" cap="flat">
            <a:noFill/>
            <a:prstDash val="solid"/>
            <a:miter/>
          </a:ln>
        </p:spPr>
        <p:txBody>
          <a:bodyPr rtlCol="0" anchor="ctr"/>
          <a:lstStyle/>
          <a:p>
            <a:endParaRPr lang="en-GB">
              <a:solidFill>
                <a:schemeClr val="bg1"/>
              </a:solidFill>
            </a:endParaRPr>
          </a:p>
        </p:txBody>
      </p:sp>
      <p:sp>
        <p:nvSpPr>
          <p:cNvPr id="5"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4327302" y="344971"/>
            <a:ext cx="7475232" cy="2858874"/>
          </a:xfrm>
        </p:spPr>
        <p:txBody>
          <a:bodyPr anchor="b" anchorCtr="0">
            <a:noAutofit/>
          </a:bodyPr>
          <a:lstStyle>
            <a:lvl1pPr algn="l">
              <a:lnSpc>
                <a:spcPct val="100000"/>
              </a:lnSpc>
              <a:defRPr sz="3600" baseline="0">
                <a:solidFill>
                  <a:srgbClr val="004050"/>
                </a:solidFill>
              </a:defRPr>
            </a:lvl1pPr>
          </a:lstStyle>
          <a:p>
            <a:br>
              <a:rPr lang="en-US" noProof="0" dirty="0"/>
            </a:br>
            <a:br>
              <a:rPr lang="en-US" noProof="0" dirty="0"/>
            </a:br>
            <a:r>
              <a:rPr lang="en-US" noProof="0" dirty="0"/>
              <a:t>ACTIVITY: </a:t>
            </a:r>
            <a:br>
              <a:rPr lang="en-US" noProof="0" dirty="0"/>
            </a:br>
            <a:r>
              <a:rPr lang="en-US" noProof="0" dirty="0"/>
              <a:t>CLICK TO EDIT TITLE</a:t>
            </a:r>
            <a:endParaRPr lang="en-GB" noProof="0" dirty="0"/>
          </a:p>
        </p:txBody>
      </p:sp>
      <p:sp>
        <p:nvSpPr>
          <p:cNvPr id="6" name="Text Placeholder 3"/>
          <p:cNvSpPr>
            <a:spLocks noGrp="1"/>
          </p:cNvSpPr>
          <p:nvPr>
            <p:ph type="body" sz="quarter" idx="10" hasCustomPrompt="1"/>
          </p:nvPr>
        </p:nvSpPr>
        <p:spPr>
          <a:xfrm>
            <a:off x="4327303" y="3525004"/>
            <a:ext cx="7475230" cy="2791976"/>
          </a:xfrm>
        </p:spPr>
        <p:txBody>
          <a:bodyPr/>
          <a:lstStyle>
            <a:lvl1pPr>
              <a:lnSpc>
                <a:spcPct val="100000"/>
              </a:lnSpc>
              <a:defRPr b="0" baseline="0"/>
            </a:lvl1pPr>
          </a:lstStyle>
          <a:p>
            <a:pPr lvl="0"/>
            <a:r>
              <a:rPr lang="en-US" dirty="0"/>
              <a:t>Click to edit instructions</a:t>
            </a:r>
          </a:p>
        </p:txBody>
      </p:sp>
    </p:spTree>
    <p:extLst>
      <p:ext uri="{BB962C8B-B14F-4D97-AF65-F5344CB8AC3E}">
        <p14:creationId xmlns:p14="http://schemas.microsoft.com/office/powerpoint/2010/main" val="1937711222"/>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3_02 Section Divider">
    <p:bg>
      <p:bgPr>
        <a:solidFill>
          <a:srgbClr val="7E007C"/>
        </a:solidFill>
        <a:effectLst/>
      </p:bgPr>
    </p:bg>
    <p:spTree>
      <p:nvGrpSpPr>
        <p:cNvPr id="1" name=""/>
        <p:cNvGrpSpPr/>
        <p:nvPr/>
      </p:nvGrpSpPr>
      <p:grpSpPr>
        <a:xfrm>
          <a:off x="0" y="0"/>
          <a:ext cx="0" cy="0"/>
          <a:chOff x="0" y="0"/>
          <a:chExt cx="0" cy="0"/>
        </a:xfrm>
      </p:grpSpPr>
      <p:sp>
        <p:nvSpPr>
          <p:cNvPr id="5" name="Freeform 4">
            <a:extLst>
              <a:ext uri="{FF2B5EF4-FFF2-40B4-BE49-F238E27FC236}">
                <a16:creationId xmlns:a16="http://schemas.microsoft.com/office/drawing/2014/main" id="{A0DD6AED-2202-DD48-A2D6-60CCC5F07320}"/>
              </a:ext>
            </a:extLst>
          </p:cNvPr>
          <p:cNvSpPr/>
          <p:nvPr userDrawn="1"/>
        </p:nvSpPr>
        <p:spPr>
          <a:xfrm>
            <a:off x="-609" y="2116538"/>
            <a:ext cx="11411496" cy="5526322"/>
          </a:xfrm>
          <a:custGeom>
            <a:avLst/>
            <a:gdLst>
              <a:gd name="connsiteX0" fmla="*/ 676275 w 1009650"/>
              <a:gd name="connsiteY0" fmla="*/ 287331 h 488950"/>
              <a:gd name="connsiteX1" fmla="*/ 7684 w 1009650"/>
              <a:gd name="connsiteY1" fmla="*/ 287331 h 488950"/>
              <a:gd name="connsiteX2" fmla="*/ 0 w 1009650"/>
              <a:gd name="connsiteY2" fmla="*/ 279838 h 488950"/>
              <a:gd name="connsiteX3" fmla="*/ 0 w 1009650"/>
              <a:gd name="connsiteY3" fmla="*/ 210877 h 488950"/>
              <a:gd name="connsiteX4" fmla="*/ 6350 w 1009650"/>
              <a:gd name="connsiteY4" fmla="*/ 204527 h 488950"/>
              <a:gd name="connsiteX5" fmla="*/ 666750 w 1009650"/>
              <a:gd name="connsiteY5" fmla="*/ 204527 h 488950"/>
              <a:gd name="connsiteX6" fmla="*/ 676212 w 1009650"/>
              <a:gd name="connsiteY6" fmla="*/ 195002 h 488950"/>
              <a:gd name="connsiteX7" fmla="*/ 676212 w 1009650"/>
              <a:gd name="connsiteY7" fmla="*/ 10852 h 488950"/>
              <a:gd name="connsiteX8" fmla="*/ 681800 w 1009650"/>
              <a:gd name="connsiteY8" fmla="*/ 2661 h 488950"/>
              <a:gd name="connsiteX9" fmla="*/ 684975 w 1009650"/>
              <a:gd name="connsiteY9" fmla="*/ 1137 h 488950"/>
              <a:gd name="connsiteX10" fmla="*/ 690245 w 1009650"/>
              <a:gd name="connsiteY10" fmla="*/ 1835 h 488950"/>
              <a:gd name="connsiteX11" fmla="*/ 729552 w 1009650"/>
              <a:gd name="connsiteY11" fmla="*/ 43428 h 488950"/>
              <a:gd name="connsiteX12" fmla="*/ 770319 w 1009650"/>
              <a:gd name="connsiteY12" fmla="*/ 82036 h 488950"/>
              <a:gd name="connsiteX13" fmla="*/ 827469 w 1009650"/>
              <a:gd name="connsiteY13" fmla="*/ 129788 h 488950"/>
              <a:gd name="connsiteX14" fmla="*/ 873506 w 1009650"/>
              <a:gd name="connsiteY14" fmla="*/ 162681 h 488950"/>
              <a:gd name="connsiteX15" fmla="*/ 907415 w 1009650"/>
              <a:gd name="connsiteY15" fmla="*/ 185350 h 488950"/>
              <a:gd name="connsiteX16" fmla="*/ 935673 w 1009650"/>
              <a:gd name="connsiteY16" fmla="*/ 201670 h 488950"/>
              <a:gd name="connsiteX17" fmla="*/ 967804 w 1009650"/>
              <a:gd name="connsiteY17" fmla="*/ 218942 h 488950"/>
              <a:gd name="connsiteX18" fmla="*/ 997903 w 1009650"/>
              <a:gd name="connsiteY18" fmla="*/ 232848 h 488950"/>
              <a:gd name="connsiteX19" fmla="*/ 1010031 w 1009650"/>
              <a:gd name="connsiteY19" fmla="*/ 238436 h 488950"/>
              <a:gd name="connsiteX20" fmla="*/ 1011428 w 1009650"/>
              <a:gd name="connsiteY20" fmla="*/ 241294 h 488950"/>
              <a:gd name="connsiteX21" fmla="*/ 1011428 w 1009650"/>
              <a:gd name="connsiteY21" fmla="*/ 248914 h 488950"/>
              <a:gd name="connsiteX22" fmla="*/ 1008189 w 1009650"/>
              <a:gd name="connsiteY22" fmla="*/ 253422 h 488950"/>
              <a:gd name="connsiteX23" fmla="*/ 952183 w 1009650"/>
              <a:gd name="connsiteY23" fmla="*/ 281045 h 488950"/>
              <a:gd name="connsiteX24" fmla="*/ 906145 w 1009650"/>
              <a:gd name="connsiteY24" fmla="*/ 306953 h 488950"/>
              <a:gd name="connsiteX25" fmla="*/ 872236 w 1009650"/>
              <a:gd name="connsiteY25" fmla="*/ 329622 h 488950"/>
              <a:gd name="connsiteX26" fmla="*/ 835406 w 1009650"/>
              <a:gd name="connsiteY26" fmla="*/ 355467 h 488950"/>
              <a:gd name="connsiteX27" fmla="*/ 796100 w 1009650"/>
              <a:gd name="connsiteY27" fmla="*/ 386455 h 488950"/>
              <a:gd name="connsiteX28" fmla="*/ 760730 w 1009650"/>
              <a:gd name="connsiteY28" fmla="*/ 416998 h 488950"/>
              <a:gd name="connsiteX29" fmla="*/ 716280 w 1009650"/>
              <a:gd name="connsiteY29" fmla="*/ 460686 h 488950"/>
              <a:gd name="connsiteX30" fmla="*/ 690880 w 1009650"/>
              <a:gd name="connsiteY30" fmla="*/ 488563 h 488950"/>
              <a:gd name="connsiteX31" fmla="*/ 685292 w 1009650"/>
              <a:gd name="connsiteY31" fmla="*/ 489642 h 488950"/>
              <a:gd name="connsiteX32" fmla="*/ 678942 w 1009650"/>
              <a:gd name="connsiteY32" fmla="*/ 486404 h 488950"/>
              <a:gd name="connsiteX33" fmla="*/ 676402 w 1009650"/>
              <a:gd name="connsiteY33" fmla="*/ 480054 h 488950"/>
              <a:gd name="connsiteX34" fmla="*/ 676402 w 1009650"/>
              <a:gd name="connsiteY34" fmla="*/ 378454 h 488950"/>
              <a:gd name="connsiteX35" fmla="*/ 676402 w 1009650"/>
              <a:gd name="connsiteY35" fmla="*/ 287331 h 488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09650" h="488950">
                <a:moveTo>
                  <a:pt x="676275" y="287331"/>
                </a:moveTo>
                <a:lnTo>
                  <a:pt x="7684" y="287331"/>
                </a:lnTo>
                <a:cubicBezTo>
                  <a:pt x="0" y="287331"/>
                  <a:pt x="0" y="287331"/>
                  <a:pt x="0" y="279838"/>
                </a:cubicBezTo>
                <a:cubicBezTo>
                  <a:pt x="0" y="256851"/>
                  <a:pt x="0" y="233864"/>
                  <a:pt x="0" y="210877"/>
                </a:cubicBezTo>
                <a:cubicBezTo>
                  <a:pt x="0" y="205543"/>
                  <a:pt x="1524" y="204527"/>
                  <a:pt x="6350" y="204527"/>
                </a:cubicBezTo>
                <a:cubicBezTo>
                  <a:pt x="226483" y="204527"/>
                  <a:pt x="446617" y="204527"/>
                  <a:pt x="666750" y="204527"/>
                </a:cubicBezTo>
                <a:cubicBezTo>
                  <a:pt x="677228" y="204527"/>
                  <a:pt x="676212" y="205988"/>
                  <a:pt x="676212" y="195002"/>
                </a:cubicBezTo>
                <a:cubicBezTo>
                  <a:pt x="676212" y="133661"/>
                  <a:pt x="676212" y="72278"/>
                  <a:pt x="676212" y="10852"/>
                </a:cubicBezTo>
                <a:cubicBezTo>
                  <a:pt x="675743" y="7103"/>
                  <a:pt x="678138" y="3592"/>
                  <a:pt x="681800" y="2661"/>
                </a:cubicBezTo>
                <a:cubicBezTo>
                  <a:pt x="682942" y="2349"/>
                  <a:pt x="684018" y="1833"/>
                  <a:pt x="684975" y="1137"/>
                </a:cubicBezTo>
                <a:cubicBezTo>
                  <a:pt x="687070" y="-451"/>
                  <a:pt x="688150" y="-514"/>
                  <a:pt x="690245" y="1835"/>
                </a:cubicBezTo>
                <a:cubicBezTo>
                  <a:pt x="702945" y="15932"/>
                  <a:pt x="716090" y="29966"/>
                  <a:pt x="729552" y="43428"/>
                </a:cubicBezTo>
                <a:cubicBezTo>
                  <a:pt x="743014" y="56890"/>
                  <a:pt x="756222" y="69780"/>
                  <a:pt x="770319" y="82036"/>
                </a:cubicBezTo>
                <a:cubicBezTo>
                  <a:pt x="789051" y="98419"/>
                  <a:pt x="808419" y="114421"/>
                  <a:pt x="827469" y="129788"/>
                </a:cubicBezTo>
                <a:cubicBezTo>
                  <a:pt x="842328" y="141408"/>
                  <a:pt x="858012" y="151886"/>
                  <a:pt x="873506" y="162681"/>
                </a:cubicBezTo>
                <a:cubicBezTo>
                  <a:pt x="884682" y="170428"/>
                  <a:pt x="895922" y="178111"/>
                  <a:pt x="907415" y="185350"/>
                </a:cubicBezTo>
                <a:cubicBezTo>
                  <a:pt x="916623" y="191192"/>
                  <a:pt x="926148" y="196399"/>
                  <a:pt x="935673" y="201670"/>
                </a:cubicBezTo>
                <a:cubicBezTo>
                  <a:pt x="946277" y="207575"/>
                  <a:pt x="956945" y="213481"/>
                  <a:pt x="967804" y="218942"/>
                </a:cubicBezTo>
                <a:cubicBezTo>
                  <a:pt x="977710" y="223895"/>
                  <a:pt x="987870" y="228213"/>
                  <a:pt x="997903" y="232848"/>
                </a:cubicBezTo>
                <a:cubicBezTo>
                  <a:pt x="1001967" y="234690"/>
                  <a:pt x="1006094" y="236404"/>
                  <a:pt x="1010031" y="238436"/>
                </a:cubicBezTo>
                <a:cubicBezTo>
                  <a:pt x="1010884" y="239145"/>
                  <a:pt x="1011393" y="240185"/>
                  <a:pt x="1011428" y="241294"/>
                </a:cubicBezTo>
                <a:cubicBezTo>
                  <a:pt x="1011811" y="243819"/>
                  <a:pt x="1011811" y="246388"/>
                  <a:pt x="1011428" y="248914"/>
                </a:cubicBezTo>
                <a:cubicBezTo>
                  <a:pt x="1010997" y="250790"/>
                  <a:pt x="1009830" y="252415"/>
                  <a:pt x="1008189" y="253422"/>
                </a:cubicBezTo>
                <a:cubicBezTo>
                  <a:pt x="989584" y="262693"/>
                  <a:pt x="970661" y="271456"/>
                  <a:pt x="952183" y="281045"/>
                </a:cubicBezTo>
                <a:cubicBezTo>
                  <a:pt x="936562" y="289173"/>
                  <a:pt x="921195" y="297872"/>
                  <a:pt x="906145" y="306953"/>
                </a:cubicBezTo>
                <a:cubicBezTo>
                  <a:pt x="894525" y="313938"/>
                  <a:pt x="883412" y="321939"/>
                  <a:pt x="872236" y="329622"/>
                </a:cubicBezTo>
                <a:cubicBezTo>
                  <a:pt x="859854" y="338131"/>
                  <a:pt x="847408" y="346513"/>
                  <a:pt x="835406" y="355467"/>
                </a:cubicBezTo>
                <a:cubicBezTo>
                  <a:pt x="822071" y="365500"/>
                  <a:pt x="808969" y="375829"/>
                  <a:pt x="796100" y="386455"/>
                </a:cubicBezTo>
                <a:cubicBezTo>
                  <a:pt x="784035" y="396297"/>
                  <a:pt x="772097" y="406330"/>
                  <a:pt x="760730" y="416998"/>
                </a:cubicBezTo>
                <a:cubicBezTo>
                  <a:pt x="745554" y="431159"/>
                  <a:pt x="730822" y="445827"/>
                  <a:pt x="716280" y="460686"/>
                </a:cubicBezTo>
                <a:cubicBezTo>
                  <a:pt x="707454" y="469640"/>
                  <a:pt x="699516" y="479419"/>
                  <a:pt x="690880" y="488563"/>
                </a:cubicBezTo>
                <a:cubicBezTo>
                  <a:pt x="689269" y="489731"/>
                  <a:pt x="687223" y="490126"/>
                  <a:pt x="685292" y="489642"/>
                </a:cubicBezTo>
                <a:cubicBezTo>
                  <a:pt x="682920" y="489162"/>
                  <a:pt x="680724" y="488042"/>
                  <a:pt x="678942" y="486404"/>
                </a:cubicBezTo>
                <a:cubicBezTo>
                  <a:pt x="677383" y="484647"/>
                  <a:pt x="676484" y="482402"/>
                  <a:pt x="676402" y="480054"/>
                </a:cubicBezTo>
                <a:cubicBezTo>
                  <a:pt x="676402" y="446208"/>
                  <a:pt x="676402" y="412299"/>
                  <a:pt x="676402" y="378454"/>
                </a:cubicBezTo>
                <a:lnTo>
                  <a:pt x="676402" y="287331"/>
                </a:lnTo>
                <a:close/>
              </a:path>
            </a:pathLst>
          </a:custGeom>
          <a:solidFill>
            <a:srgbClr val="F91258"/>
          </a:solidFill>
          <a:ln w="6350" cap="flat">
            <a:noFill/>
            <a:prstDash val="solid"/>
            <a:miter/>
          </a:ln>
        </p:spPr>
        <p:txBody>
          <a:bodyPr rtlCol="0" anchor="ctr"/>
          <a:lstStyle/>
          <a:p>
            <a:endParaRPr lang="en-GB"/>
          </a:p>
        </p:txBody>
      </p:sp>
      <p:sp>
        <p:nvSpPr>
          <p:cNvPr id="13"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76238" y="2067007"/>
            <a:ext cx="5627171" cy="2353439"/>
          </a:xfrm>
        </p:spPr>
        <p:txBody>
          <a:bodyPr anchor="b" anchorCtr="0">
            <a:noAutofit/>
          </a:bodyPr>
          <a:lstStyle>
            <a:lvl1pPr algn="l">
              <a:lnSpc>
                <a:spcPts val="6000"/>
              </a:lnSpc>
              <a:defRPr sz="3600" spc="60" baseline="0">
                <a:solidFill>
                  <a:schemeClr val="bg1"/>
                </a:solidFill>
              </a:defRPr>
            </a:lvl1pPr>
          </a:lstStyle>
          <a:p>
            <a:r>
              <a:rPr lang="en-US" noProof="0" dirty="0"/>
              <a:t>CLICK TO EDIT MASTER TITLE STYLE</a:t>
            </a:r>
            <a:endParaRPr lang="en-GB" noProof="0" dirty="0"/>
          </a:p>
        </p:txBody>
      </p:sp>
    </p:spTree>
    <p:extLst>
      <p:ext uri="{BB962C8B-B14F-4D97-AF65-F5344CB8AC3E}">
        <p14:creationId xmlns:p14="http://schemas.microsoft.com/office/powerpoint/2010/main" val="39967457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4_Text Slide - With side bar C1">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rgbClr val="7E00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Text Placeholder 2"/>
          <p:cNvSpPr>
            <a:spLocks noGrp="1"/>
          </p:cNvSpPr>
          <p:nvPr>
            <p:ph type="body" sz="quarter" idx="10" hasCustomPrompt="1"/>
          </p:nvPr>
        </p:nvSpPr>
        <p:spPr>
          <a:xfrm>
            <a:off x="384784" y="1349984"/>
            <a:ext cx="3443732" cy="2751998"/>
          </a:xfrm>
        </p:spPr>
        <p:txBody>
          <a:bodyPr/>
          <a:lstStyle>
            <a:lvl1pPr marL="0" indent="0">
              <a:lnSpc>
                <a:spcPct val="90000"/>
              </a:lnSpc>
              <a:spcAft>
                <a:spcPts val="0"/>
              </a:spcAft>
              <a:buFont typeface="Arial" panose="020B0604020202020204" pitchFamily="34" charset="0"/>
              <a:buNone/>
              <a:defRPr sz="3600" cap="all" spc="60" baseline="0">
                <a:solidFill>
                  <a:schemeClr val="bg1"/>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slide title to sit here</a:t>
            </a:r>
          </a:p>
        </p:txBody>
      </p:sp>
      <p:sp>
        <p:nvSpPr>
          <p:cNvPr id="9" name="Text Placeholder 4"/>
          <p:cNvSpPr>
            <a:spLocks noGrp="1"/>
          </p:cNvSpPr>
          <p:nvPr>
            <p:ph type="body" sz="quarter" idx="15" hasCustomPrompt="1"/>
          </p:nvPr>
        </p:nvSpPr>
        <p:spPr>
          <a:xfrm>
            <a:off x="5037138" y="1349984"/>
            <a:ext cx="5803900" cy="4094163"/>
          </a:xfrm>
        </p:spPr>
        <p:txBody>
          <a:bodyPr/>
          <a:lstStyle>
            <a:lvl1pPr marL="0" indent="0">
              <a:lnSpc>
                <a:spcPct val="100000"/>
              </a:lnSpc>
              <a:buFont typeface="Arial" panose="020B0604020202020204" pitchFamily="34" charset="0"/>
              <a:buNone/>
              <a:defRPr sz="2000" b="0"/>
            </a:lvl1pPr>
            <a:lvl2pPr marL="180000" indent="-180000">
              <a:buFont typeface="Arial" panose="020B0604020202020204" pitchFamily="34" charset="0"/>
              <a:buChar char="•"/>
              <a:defRPr sz="2000"/>
            </a:lvl2pPr>
            <a:lvl3pPr marL="180000" indent="-180000">
              <a:buFont typeface="Arial" panose="020B0604020202020204" pitchFamily="34" charset="0"/>
              <a:buChar char="•"/>
              <a:defRPr/>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t>
            </a:r>
            <a:r>
              <a:rPr lang="en-US" dirty="0" err="1"/>
              <a:t>sed</a:t>
            </a:r>
            <a:r>
              <a:rPr lang="en-US" dirty="0"/>
              <a:t> </a:t>
            </a:r>
            <a:r>
              <a:rPr lang="en-US" dirty="0" err="1"/>
              <a:t>diam</a:t>
            </a:r>
            <a:r>
              <a:rPr lang="en-US" dirty="0"/>
              <a:t> </a:t>
            </a:r>
            <a:r>
              <a:rPr lang="en-US" dirty="0" err="1"/>
              <a:t>nonummy</a:t>
            </a:r>
            <a:r>
              <a:rPr lang="en-US" dirty="0"/>
              <a:t> </a:t>
            </a:r>
            <a:r>
              <a:rPr lang="en-US" dirty="0" err="1"/>
              <a:t>nibh</a:t>
            </a:r>
            <a:r>
              <a:rPr lang="en-US" dirty="0"/>
              <a:t> </a:t>
            </a:r>
            <a:r>
              <a:rPr lang="en-US" dirty="0" err="1"/>
              <a:t>laoreet</a:t>
            </a:r>
            <a:r>
              <a:rPr lang="en-US" dirty="0"/>
              <a:t> </a:t>
            </a:r>
            <a:r>
              <a:rPr lang="en-US" dirty="0" err="1"/>
              <a:t>dolore</a:t>
            </a:r>
            <a:r>
              <a:rPr lang="en-US" dirty="0"/>
              <a:t> magna.</a:t>
            </a:r>
          </a:p>
          <a:p>
            <a:pPr lvl="1"/>
            <a:r>
              <a:rPr lang="en-US" dirty="0"/>
              <a:t>Second level</a:t>
            </a:r>
          </a:p>
        </p:txBody>
      </p:sp>
      <p:grpSp>
        <p:nvGrpSpPr>
          <p:cNvPr id="33" name="Group 32"/>
          <p:cNvGrpSpPr/>
          <p:nvPr userDrawn="1"/>
        </p:nvGrpSpPr>
        <p:grpSpPr>
          <a:xfrm>
            <a:off x="-1717" y="4568506"/>
            <a:ext cx="4628886" cy="1406446"/>
            <a:chOff x="-1717" y="4568506"/>
            <a:chExt cx="4628886" cy="1406446"/>
          </a:xfrm>
          <a:solidFill>
            <a:srgbClr val="F91258"/>
          </a:solidFill>
        </p:grpSpPr>
        <p:sp>
          <p:nvSpPr>
            <p:cNvPr id="34" name="Freeform 33">
              <a:extLst>
                <a:ext uri="{FF2B5EF4-FFF2-40B4-BE49-F238E27FC236}">
                  <a16:creationId xmlns:a16="http://schemas.microsoft.com/office/drawing/2014/main" id="{2F450B4C-241D-A544-BBEF-175E01D6A139}"/>
                </a:ext>
              </a:extLst>
            </p:cNvPr>
            <p:cNvSpPr/>
            <p:nvPr userDrawn="1"/>
          </p:nvSpPr>
          <p:spPr>
            <a:xfrm>
              <a:off x="-1717" y="4568506"/>
              <a:ext cx="4004222" cy="595385"/>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68896" h="248186">
                  <a:moveTo>
                    <a:pt x="1668896" y="248186"/>
                  </a:moveTo>
                  <a:lnTo>
                    <a:pt x="331" y="248186"/>
                  </a:lnTo>
                  <a:cubicBezTo>
                    <a:pt x="-110" y="229623"/>
                    <a:pt x="441" y="211060"/>
                    <a:pt x="0" y="192497"/>
                  </a:cubicBezTo>
                  <a:lnTo>
                    <a:pt x="1522910" y="192497"/>
                  </a:lnTo>
                  <a:cubicBezTo>
                    <a:pt x="1465061" y="134140"/>
                    <a:pt x="1411785" y="74768"/>
                    <a:pt x="1376225" y="219"/>
                  </a:cubicBezTo>
                  <a:cubicBezTo>
                    <a:pt x="1396608" y="219"/>
                    <a:pt x="1415468" y="854"/>
                    <a:pt x="1434264" y="219"/>
                  </a:cubicBezTo>
                  <a:cubicBezTo>
                    <a:pt x="1443056" y="-1141"/>
                    <a:pt x="1451568" y="3956"/>
                    <a:pt x="1454520" y="12347"/>
                  </a:cubicBezTo>
                  <a:cubicBezTo>
                    <a:pt x="1472082" y="45816"/>
                    <a:pt x="1493755" y="76961"/>
                    <a:pt x="1519036" y="105057"/>
                  </a:cubicBezTo>
                  <a:cubicBezTo>
                    <a:pt x="1562664" y="155126"/>
                    <a:pt x="1610880" y="201004"/>
                    <a:pt x="1663055" y="242090"/>
                  </a:cubicBezTo>
                  <a:cubicBezTo>
                    <a:pt x="1664833" y="243551"/>
                    <a:pt x="1666610" y="245011"/>
                    <a:pt x="1668261" y="246535"/>
                  </a:cubicBezTo>
                  <a:cubicBezTo>
                    <a:pt x="1668579" y="246599"/>
                    <a:pt x="1668579" y="247170"/>
                    <a:pt x="1668896" y="248186"/>
                  </a:cubicBezTo>
                  <a:close/>
                </a:path>
              </a:pathLst>
            </a:custGeom>
            <a:grpFill/>
            <a:ln w="6350" cap="flat">
              <a:noFill/>
              <a:prstDash val="solid"/>
              <a:miter/>
            </a:ln>
          </p:spPr>
          <p:txBody>
            <a:bodyPr rtlCol="0" anchor="ctr"/>
            <a:lstStyle/>
            <a:p>
              <a:endParaRPr lang="en-GB"/>
            </a:p>
          </p:txBody>
        </p:sp>
        <p:sp>
          <p:nvSpPr>
            <p:cNvPr id="35" name="Freeform 34">
              <a:extLst>
                <a:ext uri="{FF2B5EF4-FFF2-40B4-BE49-F238E27FC236}">
                  <a16:creationId xmlns:a16="http://schemas.microsoft.com/office/drawing/2014/main" id="{17BA7C41-EA1C-2F4D-90C7-EC472AB85B8A}"/>
                </a:ext>
              </a:extLst>
            </p:cNvPr>
            <p:cNvSpPr/>
            <p:nvPr/>
          </p:nvSpPr>
          <p:spPr>
            <a:xfrm>
              <a:off x="3713028" y="4568727"/>
              <a:ext cx="914141" cy="1401463"/>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36" name="Freeform 35">
              <a:extLst>
                <a:ext uri="{FF2B5EF4-FFF2-40B4-BE49-F238E27FC236}">
                  <a16:creationId xmlns:a16="http://schemas.microsoft.com/office/drawing/2014/main" id="{2F450B4C-241D-A544-BBEF-175E01D6A139}"/>
                </a:ext>
              </a:extLst>
            </p:cNvPr>
            <p:cNvSpPr/>
            <p:nvPr userDrawn="1"/>
          </p:nvSpPr>
          <p:spPr>
            <a:xfrm flipV="1">
              <a:off x="-1717" y="5379567"/>
              <a:ext cx="4004222" cy="595385"/>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68896" h="248186">
                  <a:moveTo>
                    <a:pt x="1668896" y="248186"/>
                  </a:moveTo>
                  <a:lnTo>
                    <a:pt x="331" y="248186"/>
                  </a:lnTo>
                  <a:cubicBezTo>
                    <a:pt x="-110" y="229623"/>
                    <a:pt x="441" y="211060"/>
                    <a:pt x="0" y="192497"/>
                  </a:cubicBezTo>
                  <a:lnTo>
                    <a:pt x="1522910" y="192497"/>
                  </a:lnTo>
                  <a:cubicBezTo>
                    <a:pt x="1465061" y="134140"/>
                    <a:pt x="1411785" y="74768"/>
                    <a:pt x="1376225" y="219"/>
                  </a:cubicBezTo>
                  <a:cubicBezTo>
                    <a:pt x="1396608" y="219"/>
                    <a:pt x="1415468" y="854"/>
                    <a:pt x="1434264" y="219"/>
                  </a:cubicBezTo>
                  <a:cubicBezTo>
                    <a:pt x="1443056" y="-1141"/>
                    <a:pt x="1451568" y="3956"/>
                    <a:pt x="1454520" y="12347"/>
                  </a:cubicBezTo>
                  <a:cubicBezTo>
                    <a:pt x="1472082" y="45816"/>
                    <a:pt x="1493755" y="76961"/>
                    <a:pt x="1519036" y="105057"/>
                  </a:cubicBezTo>
                  <a:cubicBezTo>
                    <a:pt x="1562664" y="155126"/>
                    <a:pt x="1610880" y="201004"/>
                    <a:pt x="1663055" y="242090"/>
                  </a:cubicBezTo>
                  <a:cubicBezTo>
                    <a:pt x="1664833" y="243551"/>
                    <a:pt x="1666610" y="245011"/>
                    <a:pt x="1668261" y="246535"/>
                  </a:cubicBezTo>
                  <a:cubicBezTo>
                    <a:pt x="1668579" y="246599"/>
                    <a:pt x="1668579" y="247170"/>
                    <a:pt x="1668896" y="248186"/>
                  </a:cubicBezTo>
                  <a:close/>
                </a:path>
              </a:pathLst>
            </a:custGeom>
            <a:grp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3345788051"/>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5_Text Slide A">
    <p:spTree>
      <p:nvGrpSpPr>
        <p:cNvPr id="1" name=""/>
        <p:cNvGrpSpPr/>
        <p:nvPr/>
      </p:nvGrpSpPr>
      <p:grpSpPr>
        <a:xfrm>
          <a:off x="0" y="0"/>
          <a:ext cx="0" cy="0"/>
          <a:chOff x="0" y="0"/>
          <a:chExt cx="0" cy="0"/>
        </a:xfrm>
      </p:grpSpPr>
      <p:sp>
        <p:nvSpPr>
          <p:cNvPr id="11" name="Text Placeholder 2"/>
          <p:cNvSpPr>
            <a:spLocks noGrp="1"/>
          </p:cNvSpPr>
          <p:nvPr>
            <p:ph type="body" sz="quarter" idx="10" hasCustomPrompt="1"/>
          </p:nvPr>
        </p:nvSpPr>
        <p:spPr>
          <a:xfrm>
            <a:off x="384784" y="1242034"/>
            <a:ext cx="3694112" cy="2917842"/>
          </a:xfrm>
        </p:spPr>
        <p:txBody>
          <a:bodyPr anchor="b"/>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12" name="Text Placeholder 4"/>
          <p:cNvSpPr>
            <a:spLocks noGrp="1"/>
          </p:cNvSpPr>
          <p:nvPr>
            <p:ph type="body" sz="quarter" idx="11" hasCustomPrompt="1"/>
          </p:nvPr>
        </p:nvSpPr>
        <p:spPr>
          <a:xfrm>
            <a:off x="6098146" y="579549"/>
            <a:ext cx="5718225" cy="5899039"/>
          </a:xfrm>
        </p:spPr>
        <p:txBody>
          <a:bodyPr/>
          <a:lstStyle>
            <a:lvl1pPr marL="0" indent="0">
              <a:buFont typeface="Arial" panose="020B0604020202020204" pitchFamily="34" charset="0"/>
              <a:buNone/>
              <a:defRPr sz="20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2000"/>
            </a:lvl2pPr>
            <a:lvl3pPr marL="180000" indent="-180000">
              <a:buFont typeface="Arial" panose="020B0604020202020204" pitchFamily="34" charset="0"/>
              <a:buChar char="•"/>
              <a:defRPr sz="20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Edit text</a:t>
            </a:r>
          </a:p>
          <a:p>
            <a:pPr lvl="1"/>
            <a:r>
              <a:rPr lang="en-US" dirty="0"/>
              <a:t>Second level</a:t>
            </a:r>
          </a:p>
          <a:p>
            <a:pPr lvl="2"/>
            <a:r>
              <a:rPr lang="en-GB" dirty="0"/>
              <a:t>Third level</a:t>
            </a:r>
          </a:p>
          <a:p>
            <a:pPr lvl="2"/>
            <a:r>
              <a:rPr lang="en-GB" dirty="0"/>
              <a:t>Fourth level</a:t>
            </a:r>
          </a:p>
          <a:p>
            <a:pPr lvl="2"/>
            <a:r>
              <a:rPr lang="en-GB" dirty="0"/>
              <a:t>Fifth level</a:t>
            </a:r>
          </a:p>
        </p:txBody>
      </p:sp>
      <p:grpSp>
        <p:nvGrpSpPr>
          <p:cNvPr id="24" name="Group 23"/>
          <p:cNvGrpSpPr/>
          <p:nvPr userDrawn="1"/>
        </p:nvGrpSpPr>
        <p:grpSpPr>
          <a:xfrm>
            <a:off x="-6058" y="3531457"/>
            <a:ext cx="5797612" cy="2365031"/>
            <a:chOff x="-2229" y="2361812"/>
            <a:chExt cx="11067619" cy="4514835"/>
          </a:xfrm>
          <a:solidFill>
            <a:srgbClr val="7E007C"/>
          </a:solidFill>
        </p:grpSpPr>
        <p:sp>
          <p:nvSpPr>
            <p:cNvPr id="25" name="Freeform 24">
              <a:extLst>
                <a:ext uri="{FF2B5EF4-FFF2-40B4-BE49-F238E27FC236}">
                  <a16:creationId xmlns:a16="http://schemas.microsoft.com/office/drawing/2014/main" id="{2F450B4C-241D-A544-BBEF-175E01D6A139}"/>
                </a:ext>
              </a:extLst>
            </p:cNvPr>
            <p:cNvSpPr/>
            <p:nvPr userDrawn="1"/>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sp>
          <p:nvSpPr>
            <p:cNvPr id="26" name="Freeform 25">
              <a:extLst>
                <a:ext uri="{FF2B5EF4-FFF2-40B4-BE49-F238E27FC236}">
                  <a16:creationId xmlns:a16="http://schemas.microsoft.com/office/drawing/2014/main" id="{17BA7C41-EA1C-2F4D-90C7-EC472AB85B8A}"/>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27" name="Freeform 26">
              <a:extLst>
                <a:ext uri="{FF2B5EF4-FFF2-40B4-BE49-F238E27FC236}">
                  <a16:creationId xmlns:a16="http://schemas.microsoft.com/office/drawing/2014/main" id="{2F450B4C-241D-A544-BBEF-175E01D6A139}"/>
                </a:ext>
              </a:extLst>
            </p:cNvPr>
            <p:cNvSpPr/>
            <p:nvPr userDrawn="1"/>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1596148475"/>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2_Text and Image (half screen)">
    <p:bg>
      <p:bgPr>
        <a:solidFill>
          <a:schemeClr val="bg1"/>
        </a:solidFill>
        <a:effectLst/>
      </p:bgPr>
    </p:bg>
    <p:spTree>
      <p:nvGrpSpPr>
        <p:cNvPr id="1" name=""/>
        <p:cNvGrpSpPr/>
        <p:nvPr/>
      </p:nvGrpSpPr>
      <p:grpSpPr>
        <a:xfrm>
          <a:off x="0" y="0"/>
          <a:ext cx="0" cy="0"/>
          <a:chOff x="0" y="0"/>
          <a:chExt cx="0" cy="0"/>
        </a:xfrm>
      </p:grpSpPr>
      <p:sp>
        <p:nvSpPr>
          <p:cNvPr id="10" name="Text Placeholder 7"/>
          <p:cNvSpPr>
            <a:spLocks noGrp="1"/>
          </p:cNvSpPr>
          <p:nvPr>
            <p:ph type="body" sz="quarter" idx="11" hasCustomPrompt="1"/>
          </p:nvPr>
        </p:nvSpPr>
        <p:spPr>
          <a:xfrm>
            <a:off x="373063" y="1892635"/>
            <a:ext cx="6143484" cy="4376323"/>
          </a:xfrm>
        </p:spPr>
        <p:txBody>
          <a:bodyPr/>
          <a:lstStyle>
            <a:lvl1pPr marL="0" indent="0">
              <a:lnSpc>
                <a:spcPct val="100000"/>
              </a:lnSpc>
              <a:buFont typeface="Arial" panose="020B0604020202020204" pitchFamily="34" charset="0"/>
              <a:buNone/>
              <a:defRPr sz="2000" b="0"/>
            </a:lvl1pPr>
            <a:lvl2pPr marL="171450" indent="-171450">
              <a:lnSpc>
                <a:spcPct val="100000"/>
              </a:lnSpc>
              <a:buFont typeface="Arial" panose="020B0604020202020204" pitchFamily="34" charset="0"/>
              <a:buChar char="•"/>
              <a:defRPr sz="2000" b="0"/>
            </a:lvl2pPr>
            <a:lvl3pPr>
              <a:lnSpc>
                <a:spcPct val="100000"/>
              </a:lnSpc>
              <a:defRPr sz="1800" b="0"/>
            </a:lvl3pPr>
            <a:lvl4pPr>
              <a:lnSpc>
                <a:spcPct val="100000"/>
              </a:lnSpc>
              <a:defRPr sz="1800" b="0"/>
            </a:lvl4pPr>
            <a:lvl5pPr>
              <a:lnSpc>
                <a:spcPct val="100000"/>
              </a:lnSpc>
              <a:defRPr sz="1800" b="0"/>
            </a:lvl5pPr>
          </a:lstStyle>
          <a:p>
            <a:pPr lvl="0"/>
            <a:r>
              <a:rPr lang="en-US" dirty="0"/>
              <a:t>Edit text</a:t>
            </a:r>
          </a:p>
          <a:p>
            <a:pPr lvl="1"/>
            <a:r>
              <a:rPr lang="en-US" dirty="0"/>
              <a:t>Second level</a:t>
            </a:r>
          </a:p>
          <a:p>
            <a:pPr lvl="1"/>
            <a:r>
              <a:rPr lang="en-US" dirty="0"/>
              <a:t>Third level</a:t>
            </a:r>
          </a:p>
          <a:p>
            <a:pPr lvl="1"/>
            <a:r>
              <a:rPr lang="en-US" dirty="0"/>
              <a:t>Fourth level</a:t>
            </a:r>
          </a:p>
          <a:p>
            <a:pPr lvl="1"/>
            <a:r>
              <a:rPr lang="en-US" dirty="0"/>
              <a:t>Fifth level</a:t>
            </a:r>
          </a:p>
        </p:txBody>
      </p:sp>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dirty="0"/>
              <a:t>Click icon to add picture</a:t>
            </a:r>
          </a:p>
        </p:txBody>
      </p:sp>
      <p:sp>
        <p:nvSpPr>
          <p:cNvPr id="11" name="Text Placeholder 2"/>
          <p:cNvSpPr>
            <a:spLocks noGrp="1"/>
          </p:cNvSpPr>
          <p:nvPr>
            <p:ph type="body" sz="quarter" idx="12" hasCustomPrompt="1"/>
          </p:nvPr>
        </p:nvSpPr>
        <p:spPr>
          <a:xfrm>
            <a:off x="385650" y="1147572"/>
            <a:ext cx="5123903"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6" name="Freeform 15">
            <a:extLst>
              <a:ext uri="{FF2B5EF4-FFF2-40B4-BE49-F238E27FC236}">
                <a16:creationId xmlns:a16="http://schemas.microsoft.com/office/drawing/2014/main" id="{D44E23D4-CD16-B448-8F0A-11F5CE4FAB4C}"/>
              </a:ext>
            </a:extLst>
          </p:cNvPr>
          <p:cNvSpPr/>
          <p:nvPr userDrawn="1"/>
        </p:nvSpPr>
        <p:spPr>
          <a:xfrm>
            <a:off x="3229535" y="4488657"/>
            <a:ext cx="3729957" cy="2369343"/>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641350">
                <a:moveTo>
                  <a:pt x="117151" y="24275"/>
                </a:moveTo>
                <a:cubicBezTo>
                  <a:pt x="34918" y="69741"/>
                  <a:pt x="-5912" y="140163"/>
                  <a:pt x="692" y="235603"/>
                </a:cubicBezTo>
                <a:cubicBezTo>
                  <a:pt x="7994" y="341013"/>
                  <a:pt x="103117" y="429659"/>
                  <a:pt x="208781" y="429659"/>
                </a:cubicBezTo>
                <a:lnTo>
                  <a:pt x="350450" y="429659"/>
                </a:lnTo>
                <a:lnTo>
                  <a:pt x="350450" y="641432"/>
                </a:lnTo>
                <a:lnTo>
                  <a:pt x="428301" y="641432"/>
                </a:lnTo>
                <a:lnTo>
                  <a:pt x="428301" y="430358"/>
                </a:lnTo>
                <a:lnTo>
                  <a:pt x="777551" y="430358"/>
                </a:lnTo>
                <a:cubicBezTo>
                  <a:pt x="722305" y="492842"/>
                  <a:pt x="679379" y="561231"/>
                  <a:pt x="652519" y="640352"/>
                </a:cubicBezTo>
                <a:cubicBezTo>
                  <a:pt x="668712" y="640352"/>
                  <a:pt x="683761" y="640352"/>
                  <a:pt x="698747" y="640352"/>
                </a:cubicBez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cubicBezTo>
                  <a:pt x="687889" y="141687"/>
                  <a:pt x="670616" y="141687"/>
                  <a:pt x="652138" y="141687"/>
                </a:cubicBez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cubicBezTo>
                  <a:pt x="350704" y="258463"/>
                  <a:pt x="350704" y="300818"/>
                  <a:pt x="350704" y="343045"/>
                </a:cubicBezTo>
                <a:lnTo>
                  <a:pt x="350704" y="352634"/>
                </a:lnTo>
                <a:cubicBezTo>
                  <a:pt x="349319" y="352892"/>
                  <a:pt x="347920" y="353061"/>
                  <a:pt x="346513" y="353142"/>
                </a:cubicBezTo>
                <a:cubicBezTo>
                  <a:pt x="300539" y="353142"/>
                  <a:pt x="254564" y="353142"/>
                  <a:pt x="208591" y="352697"/>
                </a:cubicBez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rgbClr val="7E007C"/>
          </a:solidFill>
          <a:ln w="6350" cap="flat">
            <a:noFill/>
            <a:prstDash val="solid"/>
            <a:miter/>
          </a:ln>
        </p:spPr>
        <p:txBody>
          <a:bodyPr rtlCol="0" anchor="ctr"/>
          <a:lstStyle/>
          <a:p>
            <a:endParaRPr lang="en-GB"/>
          </a:p>
        </p:txBody>
      </p:sp>
      <p:sp>
        <p:nvSpPr>
          <p:cNvPr id="8" name="Rectangle 7"/>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65464019"/>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3_Activity 1">
    <p:bg>
      <p:bgPr>
        <a:solidFill>
          <a:srgbClr val="7E007C"/>
        </a:solidFill>
        <a:effectLst/>
      </p:bgPr>
    </p:bg>
    <p:spTree>
      <p:nvGrpSpPr>
        <p:cNvPr id="1" name=""/>
        <p:cNvGrpSpPr/>
        <p:nvPr/>
      </p:nvGrpSpPr>
      <p:grpSpPr>
        <a:xfrm>
          <a:off x="0" y="0"/>
          <a:ext cx="0" cy="0"/>
          <a:chOff x="0" y="0"/>
          <a:chExt cx="0" cy="0"/>
        </a:xfrm>
      </p:grpSpPr>
      <p:sp>
        <p:nvSpPr>
          <p:cNvPr id="10" name="Freeform 9">
            <a:extLst>
              <a:ext uri="{FF2B5EF4-FFF2-40B4-BE49-F238E27FC236}">
                <a16:creationId xmlns:a16="http://schemas.microsoft.com/office/drawing/2014/main" id="{56887D20-DCD6-8E49-BF31-8F4C2FCCD421}"/>
              </a:ext>
            </a:extLst>
          </p:cNvPr>
          <p:cNvSpPr/>
          <p:nvPr userDrawn="1"/>
        </p:nvSpPr>
        <p:spPr>
          <a:xfrm>
            <a:off x="487005" y="518307"/>
            <a:ext cx="3525956" cy="4061544"/>
          </a:xfrm>
          <a:custGeom>
            <a:avLst/>
            <a:gdLst>
              <a:gd name="connsiteX0" fmla="*/ 1008895 w 1003300"/>
              <a:gd name="connsiteY0" fmla="*/ 731076 h 1155700"/>
              <a:gd name="connsiteX1" fmla="*/ 581921 w 1003300"/>
              <a:gd name="connsiteY1" fmla="*/ 1157986 h 1155700"/>
              <a:gd name="connsiteX2" fmla="*/ 581921 w 1003300"/>
              <a:gd name="connsiteY2" fmla="*/ 932371 h 1155700"/>
              <a:gd name="connsiteX3" fmla="*/ 565728 w 1003300"/>
              <a:gd name="connsiteY3" fmla="*/ 932371 h 1155700"/>
              <a:gd name="connsiteX4" fmla="*/ 485337 w 1003300"/>
              <a:gd name="connsiteY4" fmla="*/ 923163 h 1155700"/>
              <a:gd name="connsiteX5" fmla="*/ 405454 w 1003300"/>
              <a:gd name="connsiteY5" fmla="*/ 877824 h 1155700"/>
              <a:gd name="connsiteX6" fmla="*/ 306585 w 1003300"/>
              <a:gd name="connsiteY6" fmla="*/ 784035 h 1155700"/>
              <a:gd name="connsiteX7" fmla="*/ 114497 w 1003300"/>
              <a:gd name="connsiteY7" fmla="*/ 591312 h 1155700"/>
              <a:gd name="connsiteX8" fmla="*/ 29534 w 1003300"/>
              <a:gd name="connsiteY8" fmla="*/ 484251 h 1155700"/>
              <a:gd name="connsiteX9" fmla="*/ 7500 w 1003300"/>
              <a:gd name="connsiteY9" fmla="*/ 408051 h 1155700"/>
              <a:gd name="connsiteX10" fmla="*/ 452 w 1003300"/>
              <a:gd name="connsiteY10" fmla="*/ 282766 h 1155700"/>
              <a:gd name="connsiteX11" fmla="*/ 452 w 1003300"/>
              <a:gd name="connsiteY11" fmla="*/ 10668 h 1155700"/>
              <a:gd name="connsiteX12" fmla="*/ 452 w 1003300"/>
              <a:gd name="connsiteY12" fmla="*/ 1333 h 1155700"/>
              <a:gd name="connsiteX13" fmla="*/ 201937 w 1003300"/>
              <a:gd name="connsiteY13" fmla="*/ 203200 h 1155700"/>
              <a:gd name="connsiteX14" fmla="*/ 405137 w 1003300"/>
              <a:gd name="connsiteY14" fmla="*/ 0 h 1155700"/>
              <a:gd name="connsiteX15" fmla="*/ 405137 w 1003300"/>
              <a:gd name="connsiteY15" fmla="*/ 527876 h 1155700"/>
              <a:gd name="connsiteX16" fmla="*/ 573221 w 1003300"/>
              <a:gd name="connsiteY16" fmla="*/ 527876 h 1155700"/>
              <a:gd name="connsiteX17" fmla="*/ 581984 w 1003300"/>
              <a:gd name="connsiteY17" fmla="*/ 518732 h 1155700"/>
              <a:gd name="connsiteX18" fmla="*/ 581984 w 1003300"/>
              <a:gd name="connsiteY18" fmla="*/ 303975 h 1155700"/>
              <a:gd name="connsiteX19" fmla="*/ 1008895 w 1003300"/>
              <a:gd name="connsiteY19" fmla="*/ 731076 h 1155700"/>
              <a:gd name="connsiteX20" fmla="*/ 649929 w 1003300"/>
              <a:gd name="connsiteY20" fmla="*/ 864426 h 1155700"/>
              <a:gd name="connsiteX21" fmla="*/ 649929 w 1003300"/>
              <a:gd name="connsiteY21" fmla="*/ 991807 h 1155700"/>
              <a:gd name="connsiteX22" fmla="*/ 911359 w 1003300"/>
              <a:gd name="connsiteY22" fmla="*/ 730568 h 1155700"/>
              <a:gd name="connsiteX23" fmla="*/ 649231 w 1003300"/>
              <a:gd name="connsiteY23" fmla="*/ 468376 h 1155700"/>
              <a:gd name="connsiteX24" fmla="*/ 649231 w 1003300"/>
              <a:gd name="connsiteY24" fmla="*/ 595693 h 1155700"/>
              <a:gd name="connsiteX25" fmla="*/ 216732 w 1003300"/>
              <a:gd name="connsiteY25" fmla="*/ 595693 h 1155700"/>
              <a:gd name="connsiteX26" fmla="*/ 221558 w 1003300"/>
              <a:gd name="connsiteY26" fmla="*/ 601091 h 1155700"/>
              <a:gd name="connsiteX27" fmla="*/ 427870 w 1003300"/>
              <a:gd name="connsiteY27" fmla="*/ 807720 h 1155700"/>
              <a:gd name="connsiteX28" fmla="*/ 542170 w 1003300"/>
              <a:gd name="connsiteY28" fmla="*/ 862457 h 1155700"/>
              <a:gd name="connsiteX29" fmla="*/ 624720 w 1003300"/>
              <a:gd name="connsiteY29" fmla="*/ 864426 h 1155700"/>
              <a:gd name="connsiteX30" fmla="*/ 649929 w 1003300"/>
              <a:gd name="connsiteY30" fmla="*/ 864426 h 1155700"/>
              <a:gd name="connsiteX31" fmla="*/ 68523 w 1003300"/>
              <a:gd name="connsiteY31" fmla="*/ 162941 h 1155700"/>
              <a:gd name="connsiteX32" fmla="*/ 68142 w 1003300"/>
              <a:gd name="connsiteY32" fmla="*/ 168275 h 1155700"/>
              <a:gd name="connsiteX33" fmla="*/ 68460 w 1003300"/>
              <a:gd name="connsiteY33" fmla="*/ 339725 h 1155700"/>
              <a:gd name="connsiteX34" fmla="*/ 75318 w 1003300"/>
              <a:gd name="connsiteY34" fmla="*/ 411162 h 1155700"/>
              <a:gd name="connsiteX35" fmla="*/ 127325 w 1003300"/>
              <a:gd name="connsiteY35" fmla="*/ 494665 h 1155700"/>
              <a:gd name="connsiteX36" fmla="*/ 203207 w 1003300"/>
              <a:gd name="connsiteY36" fmla="*/ 521780 h 1155700"/>
              <a:gd name="connsiteX37" fmla="*/ 333889 w 1003300"/>
              <a:gd name="connsiteY37" fmla="*/ 527558 h 1155700"/>
              <a:gd name="connsiteX38" fmla="*/ 336937 w 1003300"/>
              <a:gd name="connsiteY38" fmla="*/ 526732 h 1155700"/>
              <a:gd name="connsiteX39" fmla="*/ 336938 w 1003300"/>
              <a:gd name="connsiteY39" fmla="*/ 162243 h 1155700"/>
              <a:gd name="connsiteX40" fmla="*/ 202508 w 1003300"/>
              <a:gd name="connsiteY40" fmla="*/ 295021 h 1155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003300" h="1155700">
                <a:moveTo>
                  <a:pt x="1008895" y="731076"/>
                </a:moveTo>
                <a:lnTo>
                  <a:pt x="581921" y="1157986"/>
                </a:lnTo>
                <a:lnTo>
                  <a:pt x="581921" y="932371"/>
                </a:lnTo>
                <a:lnTo>
                  <a:pt x="565728" y="932371"/>
                </a:lnTo>
                <a:cubicBezTo>
                  <a:pt x="538636" y="932998"/>
                  <a:pt x="511586" y="929900"/>
                  <a:pt x="485337" y="923163"/>
                </a:cubicBezTo>
                <a:cubicBezTo>
                  <a:pt x="455495" y="914588"/>
                  <a:pt x="428116" y="899048"/>
                  <a:pt x="405454" y="877824"/>
                </a:cubicBezTo>
                <a:cubicBezTo>
                  <a:pt x="371736" y="847407"/>
                  <a:pt x="338843" y="815975"/>
                  <a:pt x="306585" y="784035"/>
                </a:cubicBezTo>
                <a:cubicBezTo>
                  <a:pt x="242111" y="720238"/>
                  <a:pt x="178082" y="655997"/>
                  <a:pt x="114497" y="591312"/>
                </a:cubicBezTo>
                <a:cubicBezTo>
                  <a:pt x="82430" y="558737"/>
                  <a:pt x="52140" y="524510"/>
                  <a:pt x="29534" y="484251"/>
                </a:cubicBezTo>
                <a:cubicBezTo>
                  <a:pt x="16810" y="460725"/>
                  <a:pt x="9295" y="434737"/>
                  <a:pt x="7500" y="408051"/>
                </a:cubicBezTo>
                <a:cubicBezTo>
                  <a:pt x="3944" y="366395"/>
                  <a:pt x="1150" y="324548"/>
                  <a:pt x="452" y="282766"/>
                </a:cubicBezTo>
                <a:cubicBezTo>
                  <a:pt x="-565" y="192087"/>
                  <a:pt x="452" y="101346"/>
                  <a:pt x="452" y="10668"/>
                </a:cubicBezTo>
                <a:lnTo>
                  <a:pt x="452" y="1333"/>
                </a:lnTo>
                <a:cubicBezTo>
                  <a:pt x="67952" y="68961"/>
                  <a:pt x="134817" y="135890"/>
                  <a:pt x="201937" y="203200"/>
                </a:cubicBezTo>
                <a:lnTo>
                  <a:pt x="405137" y="0"/>
                </a:lnTo>
                <a:lnTo>
                  <a:pt x="405137" y="527876"/>
                </a:lnTo>
                <a:cubicBezTo>
                  <a:pt x="408185" y="527876"/>
                  <a:pt x="519818" y="527876"/>
                  <a:pt x="573221" y="527876"/>
                </a:cubicBezTo>
                <a:cubicBezTo>
                  <a:pt x="580524" y="527876"/>
                  <a:pt x="581984" y="525463"/>
                  <a:pt x="581984" y="518732"/>
                </a:cubicBezTo>
                <a:cubicBezTo>
                  <a:pt x="581984" y="449516"/>
                  <a:pt x="581984" y="305435"/>
                  <a:pt x="581984" y="303975"/>
                </a:cubicBezTo>
                <a:cubicBezTo>
                  <a:pt x="580778" y="304292"/>
                  <a:pt x="1010038" y="732028"/>
                  <a:pt x="1008895" y="731076"/>
                </a:cubicBezTo>
                <a:close/>
                <a:moveTo>
                  <a:pt x="649929" y="864426"/>
                </a:moveTo>
                <a:lnTo>
                  <a:pt x="649929" y="991807"/>
                </a:lnTo>
                <a:cubicBezTo>
                  <a:pt x="737601" y="904092"/>
                  <a:pt x="824745" y="817012"/>
                  <a:pt x="911359" y="730568"/>
                </a:cubicBezTo>
                <a:lnTo>
                  <a:pt x="649231" y="468376"/>
                </a:lnTo>
                <a:lnTo>
                  <a:pt x="649231" y="595693"/>
                </a:lnTo>
                <a:lnTo>
                  <a:pt x="216732" y="595693"/>
                </a:lnTo>
                <a:cubicBezTo>
                  <a:pt x="218955" y="598170"/>
                  <a:pt x="220162" y="599757"/>
                  <a:pt x="221558" y="601091"/>
                </a:cubicBezTo>
                <a:cubicBezTo>
                  <a:pt x="290265" y="669967"/>
                  <a:pt x="359036" y="738844"/>
                  <a:pt x="427870" y="807720"/>
                </a:cubicBezTo>
                <a:cubicBezTo>
                  <a:pt x="459620" y="839470"/>
                  <a:pt x="496894" y="859473"/>
                  <a:pt x="542170" y="862457"/>
                </a:cubicBezTo>
                <a:cubicBezTo>
                  <a:pt x="569665" y="864235"/>
                  <a:pt x="597288" y="863854"/>
                  <a:pt x="624720" y="864426"/>
                </a:cubicBezTo>
                <a:cubicBezTo>
                  <a:pt x="632721" y="864553"/>
                  <a:pt x="640404" y="864426"/>
                  <a:pt x="649929" y="864426"/>
                </a:cubicBezTo>
                <a:close/>
                <a:moveTo>
                  <a:pt x="68523" y="162941"/>
                </a:moveTo>
                <a:cubicBezTo>
                  <a:pt x="68523" y="164402"/>
                  <a:pt x="68142" y="166370"/>
                  <a:pt x="68142" y="168275"/>
                </a:cubicBezTo>
                <a:cubicBezTo>
                  <a:pt x="68142" y="225425"/>
                  <a:pt x="67507" y="282575"/>
                  <a:pt x="68460" y="339725"/>
                </a:cubicBezTo>
                <a:cubicBezTo>
                  <a:pt x="68770" y="363686"/>
                  <a:pt x="71064" y="387580"/>
                  <a:pt x="75318" y="411162"/>
                </a:cubicBezTo>
                <a:cubicBezTo>
                  <a:pt x="81668" y="445326"/>
                  <a:pt x="97289" y="474662"/>
                  <a:pt x="127325" y="494665"/>
                </a:cubicBezTo>
                <a:cubicBezTo>
                  <a:pt x="150463" y="508873"/>
                  <a:pt x="176305" y="518107"/>
                  <a:pt x="203207" y="521780"/>
                </a:cubicBezTo>
                <a:cubicBezTo>
                  <a:pt x="246514" y="529273"/>
                  <a:pt x="290265" y="527621"/>
                  <a:pt x="333889" y="527558"/>
                </a:cubicBezTo>
                <a:cubicBezTo>
                  <a:pt x="334936" y="527411"/>
                  <a:pt x="335960" y="527133"/>
                  <a:pt x="336937" y="526732"/>
                </a:cubicBezTo>
                <a:lnTo>
                  <a:pt x="336938" y="162243"/>
                </a:lnTo>
                <a:lnTo>
                  <a:pt x="202508" y="295021"/>
                </a:lnTo>
                <a:close/>
              </a:path>
            </a:pathLst>
          </a:custGeom>
          <a:solidFill>
            <a:schemeClr val="bg1"/>
          </a:solidFill>
          <a:ln w="6350" cap="flat">
            <a:noFill/>
            <a:prstDash val="solid"/>
            <a:miter/>
          </a:ln>
        </p:spPr>
        <p:txBody>
          <a:bodyPr rtlCol="0" anchor="ctr"/>
          <a:lstStyle/>
          <a:p>
            <a:endParaRPr lang="en-GB">
              <a:solidFill>
                <a:schemeClr val="bg1"/>
              </a:solidFill>
            </a:endParaRPr>
          </a:p>
        </p:txBody>
      </p:sp>
      <p:sp>
        <p:nvSpPr>
          <p:cNvPr id="7"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4327302" y="344971"/>
            <a:ext cx="7475232" cy="2858874"/>
          </a:xfrm>
        </p:spPr>
        <p:txBody>
          <a:bodyPr anchor="b" anchorCtr="0">
            <a:noAutofit/>
          </a:bodyPr>
          <a:lstStyle>
            <a:lvl1pPr algn="l">
              <a:lnSpc>
                <a:spcPct val="100000"/>
              </a:lnSpc>
              <a:defRPr sz="3600" baseline="0">
                <a:solidFill>
                  <a:schemeClr val="bg1"/>
                </a:solidFill>
              </a:defRPr>
            </a:lvl1pPr>
          </a:lstStyle>
          <a:p>
            <a:br>
              <a:rPr lang="en-US" noProof="0" dirty="0"/>
            </a:br>
            <a:br>
              <a:rPr lang="en-US" noProof="0" dirty="0"/>
            </a:br>
            <a:r>
              <a:rPr lang="en-US" noProof="0" dirty="0"/>
              <a:t>ACTIVITY: </a:t>
            </a:r>
            <a:br>
              <a:rPr lang="en-US" noProof="0" dirty="0"/>
            </a:br>
            <a:r>
              <a:rPr lang="en-US" noProof="0" dirty="0"/>
              <a:t>CLICK TO EDIT TITLE</a:t>
            </a:r>
            <a:endParaRPr lang="en-GB" noProof="0" dirty="0"/>
          </a:p>
        </p:txBody>
      </p:sp>
      <p:sp>
        <p:nvSpPr>
          <p:cNvPr id="8" name="Text Placeholder 3"/>
          <p:cNvSpPr>
            <a:spLocks noGrp="1"/>
          </p:cNvSpPr>
          <p:nvPr>
            <p:ph type="body" sz="quarter" idx="10" hasCustomPrompt="1"/>
          </p:nvPr>
        </p:nvSpPr>
        <p:spPr>
          <a:xfrm>
            <a:off x="4327303" y="3525004"/>
            <a:ext cx="7475230" cy="2791976"/>
          </a:xfrm>
        </p:spPr>
        <p:txBody>
          <a:bodyPr/>
          <a:lstStyle>
            <a:lvl1pPr>
              <a:lnSpc>
                <a:spcPct val="100000"/>
              </a:lnSpc>
              <a:defRPr b="0" baseline="0">
                <a:solidFill>
                  <a:schemeClr val="bg1"/>
                </a:solidFill>
              </a:defRPr>
            </a:lvl1pPr>
          </a:lstStyle>
          <a:p>
            <a:pPr lvl="0"/>
            <a:r>
              <a:rPr lang="en-US" dirty="0"/>
              <a:t>Click to edit instructions</a:t>
            </a:r>
          </a:p>
        </p:txBody>
      </p:sp>
    </p:spTree>
    <p:extLst>
      <p:ext uri="{BB962C8B-B14F-4D97-AF65-F5344CB8AC3E}">
        <p14:creationId xmlns:p14="http://schemas.microsoft.com/office/powerpoint/2010/main" val="3175680889"/>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7" name="Title Placeholder 1">
            <a:extLst>
              <a:ext uri="{FF2B5EF4-FFF2-40B4-BE49-F238E27FC236}">
                <a16:creationId xmlns:a16="http://schemas.microsoft.com/office/drawing/2014/main" id="{71FB68A7-A656-A348-AE42-02B5F30E1E55}"/>
              </a:ext>
            </a:extLst>
          </p:cNvPr>
          <p:cNvSpPr>
            <a:spLocks noGrp="1"/>
          </p:cNvSpPr>
          <p:nvPr>
            <p:ph type="title"/>
          </p:nvPr>
        </p:nvSpPr>
        <p:spPr>
          <a:xfrm>
            <a:off x="339971" y="562058"/>
            <a:ext cx="11517818" cy="805001"/>
          </a:xfrm>
          <a:prstGeom prst="rect">
            <a:avLst/>
          </a:prstGeom>
        </p:spPr>
        <p:txBody>
          <a:bodyPr vert="horz" lIns="0" tIns="0" rIns="0" bIns="0" rtlCol="0" anchor="t" anchorCtr="0">
            <a:noAutofit/>
          </a:bodyPr>
          <a:lstStyle/>
          <a:p>
            <a:r>
              <a:rPr lang="en-US" dirty="0"/>
              <a:t>Click to edit Master title style</a:t>
            </a:r>
            <a:endParaRPr lang="en-GB" dirty="0"/>
          </a:p>
        </p:txBody>
      </p:sp>
      <p:sp>
        <p:nvSpPr>
          <p:cNvPr id="8" name="Text Placeholder 2">
            <a:extLst>
              <a:ext uri="{FF2B5EF4-FFF2-40B4-BE49-F238E27FC236}">
                <a16:creationId xmlns:a16="http://schemas.microsoft.com/office/drawing/2014/main" id="{B623AAC1-38C0-EC41-AF66-7EC76ACCB83E}"/>
              </a:ext>
            </a:extLst>
          </p:cNvPr>
          <p:cNvSpPr>
            <a:spLocks noGrp="1"/>
          </p:cNvSpPr>
          <p:nvPr>
            <p:ph idx="1"/>
          </p:nvPr>
        </p:nvSpPr>
        <p:spPr>
          <a:xfrm>
            <a:off x="341272" y="1368256"/>
            <a:ext cx="11516239" cy="4955354"/>
          </a:xfrm>
          <a:prstGeom prst="rect">
            <a:avLst/>
          </a:prstGeom>
        </p:spPr>
        <p:txBody>
          <a:bodyPr vert="horz" lIns="0" tIns="0" rIns="0" bIns="0" rtlCol="0" anchor="t" anchorCtr="0">
            <a:noAutofit/>
          </a:bodyPr>
          <a:lstStyle/>
          <a:p>
            <a:pPr lvl="0"/>
            <a:r>
              <a:rPr lang="en-US" dirty="0"/>
              <a:t>Edit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pic>
        <p:nvPicPr>
          <p:cNvPr id="3" name="Graphic 31">
            <a:extLst>
              <a:ext uri="{FF2B5EF4-FFF2-40B4-BE49-F238E27FC236}">
                <a16:creationId xmlns:a16="http://schemas.microsoft.com/office/drawing/2014/main" id="{443B0D28-B6C9-F966-1D6B-9AC51265711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3212588995"/>
      </p:ext>
    </p:extLst>
  </p:cSld>
  <p:clrMapOvr>
    <a:masterClrMapping/>
  </p:clrMapOvr>
  <p:extLst>
    <p:ext uri="{DCECCB84-F9BA-43D5-87BE-67443E8EF086}">
      <p15:sldGuideLst xmlns:p15="http://schemas.microsoft.com/office/powerpoint/2012/main">
        <p15:guide id="1" orient="horz" pos="777" userDrawn="1">
          <p15:clr>
            <a:srgbClr val="FBAE40"/>
          </p15:clr>
        </p15:guide>
        <p15:guide id="2" pos="3840" userDrawn="1">
          <p15:clr>
            <a:srgbClr val="FBAE40"/>
          </p15:clr>
        </p15:guide>
        <p15:guide id="3" orient="horz" pos="2160" userDrawn="1">
          <p15:clr>
            <a:srgbClr val="FBAE40"/>
          </p15:clr>
        </p15:guide>
        <p15:guide id="4" orient="horz" pos="2260" userDrawn="1">
          <p15:clr>
            <a:srgbClr val="FBAE40"/>
          </p15:clr>
        </p15:guide>
        <p15:guide id="5" pos="3940" userDrawn="1">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itle and image">
    <p:spTree>
      <p:nvGrpSpPr>
        <p:cNvPr id="1" name=""/>
        <p:cNvGrpSpPr/>
        <p:nvPr/>
      </p:nvGrpSpPr>
      <p:grpSpPr>
        <a:xfrm>
          <a:off x="0" y="0"/>
          <a:ext cx="0" cy="0"/>
          <a:chOff x="0" y="0"/>
          <a:chExt cx="0" cy="0"/>
        </a:xfrm>
      </p:grpSpPr>
      <p:sp>
        <p:nvSpPr>
          <p:cNvPr id="3"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2" name="Rectangle 1"/>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Title Placeholder 1">
            <a:extLst>
              <a:ext uri="{FF2B5EF4-FFF2-40B4-BE49-F238E27FC236}">
                <a16:creationId xmlns:a16="http://schemas.microsoft.com/office/drawing/2014/main" id="{71FB68A7-A656-A348-AE42-02B5F30E1E55}"/>
              </a:ext>
            </a:extLst>
          </p:cNvPr>
          <p:cNvSpPr>
            <a:spLocks noGrp="1"/>
          </p:cNvSpPr>
          <p:nvPr>
            <p:ph type="title"/>
          </p:nvPr>
        </p:nvSpPr>
        <p:spPr>
          <a:xfrm>
            <a:off x="339971" y="562058"/>
            <a:ext cx="11517818" cy="805001"/>
          </a:xfrm>
          <a:prstGeom prst="rect">
            <a:avLst/>
          </a:prstGeom>
        </p:spPr>
        <p:txBody>
          <a:bodyPr vert="horz" lIns="0" tIns="0" rIns="0" bIns="0" rtlCol="0" anchor="t" anchorCtr="0">
            <a:noAutofit/>
          </a:bodyPr>
          <a:lstStyle/>
          <a:p>
            <a:r>
              <a:rPr lang="en-US" dirty="0"/>
              <a:t>Click to edit Master title style</a:t>
            </a:r>
            <a:endParaRPr lang="en-GB" dirty="0"/>
          </a:p>
        </p:txBody>
      </p:sp>
    </p:spTree>
    <p:extLst>
      <p:ext uri="{BB962C8B-B14F-4D97-AF65-F5344CB8AC3E}">
        <p14:creationId xmlns:p14="http://schemas.microsoft.com/office/powerpoint/2010/main" val="3915446001"/>
      </p:ext>
    </p:extLst>
  </p:cSld>
  <p:clrMapOvr>
    <a:masterClrMapping/>
  </p:clrMapOvr>
  <p:extLst>
    <p:ext uri="{DCECCB84-F9BA-43D5-87BE-67443E8EF086}">
      <p15:sldGuideLst xmlns:p15="http://schemas.microsoft.com/office/powerpoint/2012/main">
        <p15:guide id="1" orient="horz" pos="777">
          <p15:clr>
            <a:srgbClr val="FBAE40"/>
          </p15:clr>
        </p15:guide>
        <p15:guide id="2" pos="3840" userDrawn="1">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itle, icons and text">
    <p:spTree>
      <p:nvGrpSpPr>
        <p:cNvPr id="1" name=""/>
        <p:cNvGrpSpPr/>
        <p:nvPr/>
      </p:nvGrpSpPr>
      <p:grpSpPr>
        <a:xfrm>
          <a:off x="0" y="0"/>
          <a:ext cx="0" cy="0"/>
          <a:chOff x="0" y="0"/>
          <a:chExt cx="0" cy="0"/>
        </a:xfrm>
      </p:grpSpPr>
      <p:sp>
        <p:nvSpPr>
          <p:cNvPr id="3" name="Text Placeholder 4"/>
          <p:cNvSpPr>
            <a:spLocks noGrp="1"/>
          </p:cNvSpPr>
          <p:nvPr>
            <p:ph type="body" sz="quarter" idx="15" hasCustomPrompt="1"/>
          </p:nvPr>
        </p:nvSpPr>
        <p:spPr>
          <a:xfrm>
            <a:off x="1059427" y="3673998"/>
            <a:ext cx="2124159" cy="2749952"/>
          </a:xfrm>
        </p:spPr>
        <p:txBody>
          <a:bodyPr/>
          <a:lstStyle>
            <a:lvl1pPr marL="0" indent="0">
              <a:lnSpc>
                <a:spcPct val="100000"/>
              </a:lnSpc>
              <a:buFont typeface="Arial" panose="020B0604020202020204" pitchFamily="34" charset="0"/>
              <a:buNone/>
              <a:defRPr sz="2000" b="0"/>
            </a:lvl1pPr>
            <a:lvl2pPr marL="0" indent="0">
              <a:buFont typeface="Arial" panose="020B0604020202020204" pitchFamily="34" charset="0"/>
              <a:buNone/>
              <a:defRPr sz="1800"/>
            </a:lvl2pPr>
            <a:lvl3pPr marL="180000" indent="-180000">
              <a:buFont typeface="Arial" panose="020B0604020202020204" pitchFamily="34" charset="0"/>
              <a:buChar char="•"/>
              <a:defRPr/>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Edit text</a:t>
            </a:r>
          </a:p>
        </p:txBody>
      </p:sp>
      <p:sp>
        <p:nvSpPr>
          <p:cNvPr id="4" name="Text Placeholder 4"/>
          <p:cNvSpPr>
            <a:spLocks noGrp="1"/>
          </p:cNvSpPr>
          <p:nvPr>
            <p:ph type="body" sz="quarter" idx="16" hasCustomPrompt="1"/>
          </p:nvPr>
        </p:nvSpPr>
        <p:spPr>
          <a:xfrm>
            <a:off x="3639645" y="3673998"/>
            <a:ext cx="2068065" cy="2749952"/>
          </a:xfrm>
        </p:spPr>
        <p:txBody>
          <a:bodyPr/>
          <a:lstStyle>
            <a:lvl1pPr marL="0" indent="0">
              <a:lnSpc>
                <a:spcPct val="100000"/>
              </a:lnSpc>
              <a:buFont typeface="Arial" panose="020B0604020202020204" pitchFamily="34" charset="0"/>
              <a:buNone/>
              <a:defRPr sz="2000" b="0"/>
            </a:lvl1pPr>
            <a:lvl2pPr marL="180000" indent="-180000">
              <a:buFont typeface="Arial" panose="020B0604020202020204" pitchFamily="34" charset="0"/>
              <a:buChar char="•"/>
              <a:defRPr sz="1800"/>
            </a:lvl2pPr>
            <a:lvl3pPr marL="180000" indent="-180000">
              <a:buFont typeface="Arial" panose="020B0604020202020204" pitchFamily="34" charset="0"/>
              <a:buChar char="•"/>
              <a:defRPr/>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Edit text</a:t>
            </a:r>
          </a:p>
        </p:txBody>
      </p:sp>
      <p:sp>
        <p:nvSpPr>
          <p:cNvPr id="6" name="Text Placeholder 4"/>
          <p:cNvSpPr>
            <a:spLocks noGrp="1"/>
          </p:cNvSpPr>
          <p:nvPr>
            <p:ph type="body" sz="quarter" idx="17" hasCustomPrompt="1"/>
          </p:nvPr>
        </p:nvSpPr>
        <p:spPr>
          <a:xfrm>
            <a:off x="6149996" y="3673998"/>
            <a:ext cx="2130523" cy="2749952"/>
          </a:xfrm>
        </p:spPr>
        <p:txBody>
          <a:bodyPr/>
          <a:lstStyle>
            <a:lvl1pPr marL="0" indent="0">
              <a:lnSpc>
                <a:spcPct val="100000"/>
              </a:lnSpc>
              <a:buFont typeface="Arial" panose="020B0604020202020204" pitchFamily="34" charset="0"/>
              <a:buNone/>
              <a:defRPr sz="2000" b="0"/>
            </a:lvl1pPr>
            <a:lvl2pPr marL="180000" indent="-180000">
              <a:buFont typeface="Arial" panose="020B0604020202020204" pitchFamily="34" charset="0"/>
              <a:buChar char="•"/>
              <a:defRPr sz="1800"/>
            </a:lvl2pPr>
            <a:lvl3pPr marL="180000" indent="-180000">
              <a:buFont typeface="Arial" panose="020B0604020202020204" pitchFamily="34" charset="0"/>
              <a:buChar char="•"/>
              <a:defRPr/>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Edit text</a:t>
            </a:r>
          </a:p>
        </p:txBody>
      </p:sp>
      <p:sp>
        <p:nvSpPr>
          <p:cNvPr id="7" name="Picture Placeholder 21"/>
          <p:cNvSpPr>
            <a:spLocks noGrp="1"/>
          </p:cNvSpPr>
          <p:nvPr>
            <p:ph type="pic" sz="quarter" idx="18" hasCustomPrompt="1"/>
          </p:nvPr>
        </p:nvSpPr>
        <p:spPr>
          <a:xfrm>
            <a:off x="1059428" y="1993484"/>
            <a:ext cx="1437932" cy="1437930"/>
          </a:xfrm>
        </p:spPr>
        <p:txBody>
          <a:bodyPr/>
          <a:lstStyle>
            <a:lvl1pPr marL="0" indent="0">
              <a:buNone/>
              <a:defRPr/>
            </a:lvl1pPr>
          </a:lstStyle>
          <a:p>
            <a:r>
              <a:rPr lang="en-GB" dirty="0"/>
              <a:t>icon</a:t>
            </a:r>
          </a:p>
        </p:txBody>
      </p:sp>
      <p:sp>
        <p:nvSpPr>
          <p:cNvPr id="8" name="Picture Placeholder 21"/>
          <p:cNvSpPr>
            <a:spLocks noGrp="1"/>
          </p:cNvSpPr>
          <p:nvPr>
            <p:ph type="pic" sz="quarter" idx="19" hasCustomPrompt="1"/>
          </p:nvPr>
        </p:nvSpPr>
        <p:spPr>
          <a:xfrm>
            <a:off x="3639646" y="1986408"/>
            <a:ext cx="1437932" cy="1437930"/>
          </a:xfrm>
        </p:spPr>
        <p:txBody>
          <a:bodyPr/>
          <a:lstStyle>
            <a:lvl1pPr marL="0" indent="0">
              <a:buNone/>
              <a:defRPr/>
            </a:lvl1pPr>
          </a:lstStyle>
          <a:p>
            <a:r>
              <a:rPr lang="en-GB" dirty="0"/>
              <a:t>icon</a:t>
            </a:r>
          </a:p>
        </p:txBody>
      </p:sp>
      <p:sp>
        <p:nvSpPr>
          <p:cNvPr id="9" name="Picture Placeholder 21"/>
          <p:cNvSpPr>
            <a:spLocks noGrp="1"/>
          </p:cNvSpPr>
          <p:nvPr>
            <p:ph type="pic" sz="quarter" idx="20" hasCustomPrompt="1"/>
          </p:nvPr>
        </p:nvSpPr>
        <p:spPr>
          <a:xfrm>
            <a:off x="6149997" y="1993484"/>
            <a:ext cx="1437932" cy="1437930"/>
          </a:xfrm>
        </p:spPr>
        <p:txBody>
          <a:bodyPr/>
          <a:lstStyle>
            <a:lvl1pPr marL="0" indent="0">
              <a:buNone/>
              <a:defRPr/>
            </a:lvl1pPr>
          </a:lstStyle>
          <a:p>
            <a:r>
              <a:rPr lang="en-GB" dirty="0"/>
              <a:t>icon</a:t>
            </a:r>
          </a:p>
        </p:txBody>
      </p:sp>
      <p:sp>
        <p:nvSpPr>
          <p:cNvPr id="10" name="Text Placeholder 4"/>
          <p:cNvSpPr>
            <a:spLocks noGrp="1"/>
          </p:cNvSpPr>
          <p:nvPr>
            <p:ph type="body" sz="quarter" idx="21" hasCustomPrompt="1"/>
          </p:nvPr>
        </p:nvSpPr>
        <p:spPr>
          <a:xfrm>
            <a:off x="8637070" y="3688989"/>
            <a:ext cx="2183449" cy="2749952"/>
          </a:xfrm>
        </p:spPr>
        <p:txBody>
          <a:bodyPr/>
          <a:lstStyle>
            <a:lvl1pPr marL="0" indent="0">
              <a:lnSpc>
                <a:spcPct val="100000"/>
              </a:lnSpc>
              <a:buFont typeface="Arial" panose="020B0604020202020204" pitchFamily="34" charset="0"/>
              <a:buNone/>
              <a:defRPr sz="2000" b="0"/>
            </a:lvl1pPr>
            <a:lvl2pPr marL="180000" indent="-180000">
              <a:buFont typeface="Arial" panose="020B0604020202020204" pitchFamily="34" charset="0"/>
              <a:buChar char="•"/>
              <a:defRPr sz="1800"/>
            </a:lvl2pPr>
            <a:lvl3pPr marL="180000" indent="-180000">
              <a:buFont typeface="Arial" panose="020B0604020202020204" pitchFamily="34" charset="0"/>
              <a:buChar char="•"/>
              <a:defRPr/>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Edit text</a:t>
            </a:r>
          </a:p>
        </p:txBody>
      </p:sp>
      <p:sp>
        <p:nvSpPr>
          <p:cNvPr id="11" name="Picture Placeholder 21"/>
          <p:cNvSpPr>
            <a:spLocks noGrp="1"/>
          </p:cNvSpPr>
          <p:nvPr>
            <p:ph type="pic" sz="quarter" idx="22" hasCustomPrompt="1"/>
          </p:nvPr>
        </p:nvSpPr>
        <p:spPr>
          <a:xfrm>
            <a:off x="8637071" y="2008475"/>
            <a:ext cx="1437932" cy="1437930"/>
          </a:xfrm>
        </p:spPr>
        <p:txBody>
          <a:bodyPr/>
          <a:lstStyle>
            <a:lvl1pPr marL="0" indent="0">
              <a:buNone/>
              <a:defRPr/>
            </a:lvl1pPr>
          </a:lstStyle>
          <a:p>
            <a:r>
              <a:rPr lang="en-GB" dirty="0"/>
              <a:t>icon</a:t>
            </a:r>
          </a:p>
        </p:txBody>
      </p:sp>
      <p:sp>
        <p:nvSpPr>
          <p:cNvPr id="12"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3" name="Rectangle 12"/>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Title Placeholder 1">
            <a:extLst>
              <a:ext uri="{FF2B5EF4-FFF2-40B4-BE49-F238E27FC236}">
                <a16:creationId xmlns:a16="http://schemas.microsoft.com/office/drawing/2014/main" id="{71FB68A7-A656-A348-AE42-02B5F30E1E55}"/>
              </a:ext>
            </a:extLst>
          </p:cNvPr>
          <p:cNvSpPr>
            <a:spLocks noGrp="1"/>
          </p:cNvSpPr>
          <p:nvPr>
            <p:ph type="title"/>
          </p:nvPr>
        </p:nvSpPr>
        <p:spPr>
          <a:xfrm>
            <a:off x="339971" y="562058"/>
            <a:ext cx="11517818" cy="805001"/>
          </a:xfrm>
          <a:prstGeom prst="rect">
            <a:avLst/>
          </a:prstGeom>
        </p:spPr>
        <p:txBody>
          <a:bodyPr vert="horz" lIns="0" tIns="0" rIns="0" bIns="0" rtlCol="0" anchor="t" anchorCtr="0">
            <a:noAutofit/>
          </a:bodyPr>
          <a:lstStyle/>
          <a:p>
            <a:r>
              <a:rPr lang="en-US" dirty="0"/>
              <a:t>Click to edit Master title style</a:t>
            </a:r>
            <a:endParaRPr lang="en-GB" dirty="0"/>
          </a:p>
        </p:txBody>
      </p:sp>
    </p:spTree>
    <p:extLst>
      <p:ext uri="{BB962C8B-B14F-4D97-AF65-F5344CB8AC3E}">
        <p14:creationId xmlns:p14="http://schemas.microsoft.com/office/powerpoint/2010/main" val="4138968323"/>
      </p:ext>
    </p:extLst>
  </p:cSld>
  <p:clrMapOvr>
    <a:masterClrMapping/>
  </p:clrMapOvr>
  <p:extLst>
    <p:ext uri="{DCECCB84-F9BA-43D5-87BE-67443E8EF086}">
      <p15:sldGuideLst xmlns:p15="http://schemas.microsoft.com/office/powerpoint/2012/main">
        <p15:guide id="1" orient="horz" pos="777">
          <p15:clr>
            <a:srgbClr val="FBAE40"/>
          </p15:clr>
        </p15:guide>
        <p15:guide id="2" pos="3840">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Four text blocks">
    <p:spTree>
      <p:nvGrpSpPr>
        <p:cNvPr id="1" name=""/>
        <p:cNvGrpSpPr/>
        <p:nvPr/>
      </p:nvGrpSpPr>
      <p:grpSpPr>
        <a:xfrm>
          <a:off x="0" y="0"/>
          <a:ext cx="0" cy="0"/>
          <a:chOff x="0" y="0"/>
          <a:chExt cx="0" cy="0"/>
        </a:xfrm>
      </p:grpSpPr>
      <p:sp>
        <p:nvSpPr>
          <p:cNvPr id="10" name="Text Placeholder 7"/>
          <p:cNvSpPr>
            <a:spLocks noGrp="1"/>
          </p:cNvSpPr>
          <p:nvPr>
            <p:ph type="body" sz="quarter" idx="11" hasCustomPrompt="1"/>
          </p:nvPr>
        </p:nvSpPr>
        <p:spPr>
          <a:xfrm>
            <a:off x="1065907" y="1986354"/>
            <a:ext cx="2153905" cy="4376323"/>
          </a:xfrm>
        </p:spPr>
        <p:txBody>
          <a:bodyPr/>
          <a:lstStyle>
            <a:lvl1pPr marL="0" indent="0">
              <a:lnSpc>
                <a:spcPct val="100000"/>
              </a:lnSpc>
              <a:buFont typeface="Arial" panose="020B0604020202020204" pitchFamily="34" charset="0"/>
              <a:buNone/>
              <a:defRPr sz="2000" b="0"/>
            </a:lvl1pPr>
            <a:lvl2pPr marL="171450" indent="-171450">
              <a:lnSpc>
                <a:spcPct val="100000"/>
              </a:lnSpc>
              <a:buFont typeface="Arial" panose="020B0604020202020204" pitchFamily="34" charset="0"/>
              <a:buChar char="•"/>
              <a:defRPr sz="2000" b="0"/>
            </a:lvl2pPr>
            <a:lvl3pPr>
              <a:lnSpc>
                <a:spcPct val="100000"/>
              </a:lnSpc>
              <a:defRPr sz="1800" b="0"/>
            </a:lvl3pPr>
            <a:lvl4pPr>
              <a:lnSpc>
                <a:spcPct val="100000"/>
              </a:lnSpc>
              <a:defRPr sz="1800" b="0"/>
            </a:lvl4pPr>
            <a:lvl5pPr>
              <a:lnSpc>
                <a:spcPct val="100000"/>
              </a:lnSpc>
              <a:defRPr sz="1800" b="0"/>
            </a:lvl5pPr>
          </a:lstStyle>
          <a:p>
            <a:pPr lvl="0"/>
            <a:r>
              <a:rPr lang="en-US" dirty="0"/>
              <a:t>Edit text</a:t>
            </a:r>
          </a:p>
          <a:p>
            <a:pPr lvl="1"/>
            <a:r>
              <a:rPr lang="en-US" dirty="0"/>
              <a:t>Second level</a:t>
            </a:r>
          </a:p>
          <a:p>
            <a:pPr lvl="1"/>
            <a:r>
              <a:rPr lang="en-US" dirty="0"/>
              <a:t>Third level</a:t>
            </a:r>
          </a:p>
          <a:p>
            <a:pPr lvl="1"/>
            <a:r>
              <a:rPr lang="en-US" dirty="0"/>
              <a:t>Fourth level</a:t>
            </a:r>
          </a:p>
          <a:p>
            <a:pPr lvl="1"/>
            <a:r>
              <a:rPr lang="en-US" dirty="0"/>
              <a:t>Fifth level</a:t>
            </a:r>
          </a:p>
        </p:txBody>
      </p:sp>
      <p:sp>
        <p:nvSpPr>
          <p:cNvPr id="5" name="Text Placeholder 7"/>
          <p:cNvSpPr>
            <a:spLocks noGrp="1"/>
          </p:cNvSpPr>
          <p:nvPr>
            <p:ph type="body" sz="quarter" idx="13" hasCustomPrompt="1"/>
          </p:nvPr>
        </p:nvSpPr>
        <p:spPr>
          <a:xfrm>
            <a:off x="3511826" y="1986354"/>
            <a:ext cx="2153905" cy="4376323"/>
          </a:xfrm>
        </p:spPr>
        <p:txBody>
          <a:bodyPr/>
          <a:lstStyle>
            <a:lvl1pPr marL="0" indent="0">
              <a:lnSpc>
                <a:spcPct val="100000"/>
              </a:lnSpc>
              <a:buFont typeface="Arial" panose="020B0604020202020204" pitchFamily="34" charset="0"/>
              <a:buNone/>
              <a:defRPr sz="2000" b="0"/>
            </a:lvl1pPr>
            <a:lvl2pPr marL="171450" indent="-171450">
              <a:lnSpc>
                <a:spcPct val="100000"/>
              </a:lnSpc>
              <a:buFont typeface="Arial" panose="020B0604020202020204" pitchFamily="34" charset="0"/>
              <a:buChar char="•"/>
              <a:defRPr sz="2000" b="0"/>
            </a:lvl2pPr>
            <a:lvl3pPr>
              <a:lnSpc>
                <a:spcPct val="100000"/>
              </a:lnSpc>
              <a:defRPr sz="1800" b="0"/>
            </a:lvl3pPr>
            <a:lvl4pPr>
              <a:lnSpc>
                <a:spcPct val="100000"/>
              </a:lnSpc>
              <a:defRPr sz="1800" b="0"/>
            </a:lvl4pPr>
            <a:lvl5pPr>
              <a:lnSpc>
                <a:spcPct val="100000"/>
              </a:lnSpc>
              <a:defRPr sz="1800" b="0"/>
            </a:lvl5pPr>
          </a:lstStyle>
          <a:p>
            <a:pPr lvl="0"/>
            <a:r>
              <a:rPr lang="en-US" dirty="0"/>
              <a:t>Edit text</a:t>
            </a:r>
          </a:p>
          <a:p>
            <a:pPr lvl="1"/>
            <a:r>
              <a:rPr lang="en-US" dirty="0"/>
              <a:t>Second level</a:t>
            </a:r>
          </a:p>
          <a:p>
            <a:pPr lvl="1"/>
            <a:r>
              <a:rPr lang="en-US" dirty="0"/>
              <a:t>Third level</a:t>
            </a:r>
          </a:p>
          <a:p>
            <a:pPr lvl="1"/>
            <a:r>
              <a:rPr lang="en-US" dirty="0"/>
              <a:t>Fourth level</a:t>
            </a:r>
          </a:p>
          <a:p>
            <a:pPr lvl="1"/>
            <a:r>
              <a:rPr lang="en-US" dirty="0"/>
              <a:t>Fifth level</a:t>
            </a:r>
          </a:p>
        </p:txBody>
      </p:sp>
      <p:sp>
        <p:nvSpPr>
          <p:cNvPr id="6" name="Text Placeholder 7"/>
          <p:cNvSpPr>
            <a:spLocks noGrp="1"/>
          </p:cNvSpPr>
          <p:nvPr>
            <p:ph type="body" sz="quarter" idx="14" hasCustomPrompt="1"/>
          </p:nvPr>
        </p:nvSpPr>
        <p:spPr>
          <a:xfrm>
            <a:off x="5957745" y="1986353"/>
            <a:ext cx="2153905" cy="4376323"/>
          </a:xfrm>
        </p:spPr>
        <p:txBody>
          <a:bodyPr/>
          <a:lstStyle>
            <a:lvl1pPr marL="0" indent="0">
              <a:lnSpc>
                <a:spcPct val="100000"/>
              </a:lnSpc>
              <a:buFont typeface="Arial" panose="020B0604020202020204" pitchFamily="34" charset="0"/>
              <a:buNone/>
              <a:defRPr sz="2000" b="0"/>
            </a:lvl1pPr>
            <a:lvl2pPr marL="171450" indent="-171450">
              <a:lnSpc>
                <a:spcPct val="100000"/>
              </a:lnSpc>
              <a:buFont typeface="Arial" panose="020B0604020202020204" pitchFamily="34" charset="0"/>
              <a:buChar char="•"/>
              <a:defRPr sz="2000" b="0"/>
            </a:lvl2pPr>
            <a:lvl3pPr>
              <a:lnSpc>
                <a:spcPct val="100000"/>
              </a:lnSpc>
              <a:defRPr sz="1800" b="0"/>
            </a:lvl3pPr>
            <a:lvl4pPr>
              <a:lnSpc>
                <a:spcPct val="100000"/>
              </a:lnSpc>
              <a:defRPr sz="1800" b="0"/>
            </a:lvl4pPr>
            <a:lvl5pPr>
              <a:lnSpc>
                <a:spcPct val="100000"/>
              </a:lnSpc>
              <a:defRPr sz="1800" b="0"/>
            </a:lvl5pPr>
          </a:lstStyle>
          <a:p>
            <a:pPr lvl="0"/>
            <a:r>
              <a:rPr lang="en-US" dirty="0"/>
              <a:t>Edit text</a:t>
            </a:r>
          </a:p>
          <a:p>
            <a:pPr lvl="1"/>
            <a:r>
              <a:rPr lang="en-US" dirty="0"/>
              <a:t>Second level</a:t>
            </a:r>
          </a:p>
          <a:p>
            <a:pPr lvl="1"/>
            <a:r>
              <a:rPr lang="en-US" dirty="0"/>
              <a:t>Third level</a:t>
            </a:r>
          </a:p>
          <a:p>
            <a:pPr lvl="1"/>
            <a:r>
              <a:rPr lang="en-US" dirty="0"/>
              <a:t>Fourth level</a:t>
            </a:r>
          </a:p>
          <a:p>
            <a:pPr lvl="1"/>
            <a:r>
              <a:rPr lang="en-US" dirty="0"/>
              <a:t>Fifth level</a:t>
            </a:r>
          </a:p>
        </p:txBody>
      </p:sp>
      <p:sp>
        <p:nvSpPr>
          <p:cNvPr id="7" name="Text Placeholder 7"/>
          <p:cNvSpPr>
            <a:spLocks noGrp="1"/>
          </p:cNvSpPr>
          <p:nvPr>
            <p:ph type="body" sz="quarter" idx="15" hasCustomPrompt="1"/>
          </p:nvPr>
        </p:nvSpPr>
        <p:spPr>
          <a:xfrm>
            <a:off x="8403664" y="1986352"/>
            <a:ext cx="2153905" cy="4376323"/>
          </a:xfrm>
        </p:spPr>
        <p:txBody>
          <a:bodyPr/>
          <a:lstStyle>
            <a:lvl1pPr marL="0" indent="0">
              <a:lnSpc>
                <a:spcPct val="100000"/>
              </a:lnSpc>
              <a:buFont typeface="Arial" panose="020B0604020202020204" pitchFamily="34" charset="0"/>
              <a:buNone/>
              <a:defRPr sz="2000" b="0"/>
            </a:lvl1pPr>
            <a:lvl2pPr marL="171450" indent="-171450">
              <a:lnSpc>
                <a:spcPct val="100000"/>
              </a:lnSpc>
              <a:buFont typeface="Arial" panose="020B0604020202020204" pitchFamily="34" charset="0"/>
              <a:buChar char="•"/>
              <a:defRPr sz="2000" b="0"/>
            </a:lvl2pPr>
            <a:lvl3pPr>
              <a:lnSpc>
                <a:spcPct val="100000"/>
              </a:lnSpc>
              <a:defRPr sz="1800" b="0"/>
            </a:lvl3pPr>
            <a:lvl4pPr>
              <a:lnSpc>
                <a:spcPct val="100000"/>
              </a:lnSpc>
              <a:defRPr sz="1800" b="0"/>
            </a:lvl4pPr>
            <a:lvl5pPr>
              <a:lnSpc>
                <a:spcPct val="100000"/>
              </a:lnSpc>
              <a:defRPr sz="1800" b="0"/>
            </a:lvl5pPr>
          </a:lstStyle>
          <a:p>
            <a:pPr lvl="0"/>
            <a:r>
              <a:rPr lang="en-US" dirty="0"/>
              <a:t>Edit text</a:t>
            </a:r>
          </a:p>
          <a:p>
            <a:pPr lvl="1"/>
            <a:r>
              <a:rPr lang="en-US" dirty="0"/>
              <a:t>Second level</a:t>
            </a:r>
          </a:p>
          <a:p>
            <a:pPr lvl="1"/>
            <a:r>
              <a:rPr lang="en-US" dirty="0"/>
              <a:t>Third level</a:t>
            </a:r>
          </a:p>
          <a:p>
            <a:pPr lvl="1"/>
            <a:r>
              <a:rPr lang="en-US" dirty="0"/>
              <a:t>Fourth level</a:t>
            </a:r>
          </a:p>
          <a:p>
            <a:pPr lvl="1"/>
            <a:r>
              <a:rPr lang="en-US" dirty="0"/>
              <a:t>Fifth level</a:t>
            </a:r>
          </a:p>
        </p:txBody>
      </p:sp>
      <p:sp>
        <p:nvSpPr>
          <p:cNvPr id="8"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9" name="Rectangle 8"/>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Title Placeholder 1">
            <a:extLst>
              <a:ext uri="{FF2B5EF4-FFF2-40B4-BE49-F238E27FC236}">
                <a16:creationId xmlns:a16="http://schemas.microsoft.com/office/drawing/2014/main" id="{71FB68A7-A656-A348-AE42-02B5F30E1E55}"/>
              </a:ext>
            </a:extLst>
          </p:cNvPr>
          <p:cNvSpPr>
            <a:spLocks noGrp="1"/>
          </p:cNvSpPr>
          <p:nvPr>
            <p:ph type="title"/>
          </p:nvPr>
        </p:nvSpPr>
        <p:spPr>
          <a:xfrm>
            <a:off x="339971" y="562058"/>
            <a:ext cx="11517818" cy="805001"/>
          </a:xfrm>
          <a:prstGeom prst="rect">
            <a:avLst/>
          </a:prstGeom>
        </p:spPr>
        <p:txBody>
          <a:bodyPr vert="horz" lIns="0" tIns="0" rIns="0" bIns="0" rtlCol="0" anchor="t" anchorCtr="0">
            <a:noAutofit/>
          </a:bodyPr>
          <a:lstStyle/>
          <a:p>
            <a:r>
              <a:rPr lang="en-US" dirty="0"/>
              <a:t>Click to edit Master title style</a:t>
            </a:r>
            <a:endParaRPr lang="en-GB" dirty="0"/>
          </a:p>
        </p:txBody>
      </p:sp>
    </p:spTree>
    <p:extLst>
      <p:ext uri="{BB962C8B-B14F-4D97-AF65-F5344CB8AC3E}">
        <p14:creationId xmlns:p14="http://schemas.microsoft.com/office/powerpoint/2010/main" val="1127195669"/>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wo Text Blocks">
    <p:spTree>
      <p:nvGrpSpPr>
        <p:cNvPr id="1" name=""/>
        <p:cNvGrpSpPr/>
        <p:nvPr/>
      </p:nvGrpSpPr>
      <p:grpSpPr>
        <a:xfrm>
          <a:off x="0" y="0"/>
          <a:ext cx="0" cy="0"/>
          <a:chOff x="0" y="0"/>
          <a:chExt cx="0" cy="0"/>
        </a:xfrm>
      </p:grpSpPr>
      <p:sp>
        <p:nvSpPr>
          <p:cNvPr id="10" name="Text Placeholder 7"/>
          <p:cNvSpPr>
            <a:spLocks noGrp="1"/>
          </p:cNvSpPr>
          <p:nvPr>
            <p:ph type="body" sz="quarter" idx="11" hasCustomPrompt="1"/>
          </p:nvPr>
        </p:nvSpPr>
        <p:spPr>
          <a:xfrm>
            <a:off x="5915467" y="1992793"/>
            <a:ext cx="4646004" cy="4376323"/>
          </a:xfrm>
        </p:spPr>
        <p:txBody>
          <a:bodyPr/>
          <a:lstStyle>
            <a:lvl1pPr marL="0" indent="0">
              <a:lnSpc>
                <a:spcPct val="100000"/>
              </a:lnSpc>
              <a:buFont typeface="Arial" panose="020B0604020202020204" pitchFamily="34" charset="0"/>
              <a:buNone/>
              <a:defRPr sz="2000" b="0"/>
            </a:lvl1pPr>
            <a:lvl2pPr marL="171450" indent="-171450">
              <a:lnSpc>
                <a:spcPct val="100000"/>
              </a:lnSpc>
              <a:buFont typeface="Arial" panose="020B0604020202020204" pitchFamily="34" charset="0"/>
              <a:buChar char="•"/>
              <a:defRPr sz="2000" b="0"/>
            </a:lvl2pPr>
            <a:lvl3pPr>
              <a:lnSpc>
                <a:spcPct val="100000"/>
              </a:lnSpc>
              <a:defRPr sz="1800" b="0"/>
            </a:lvl3pPr>
            <a:lvl4pPr>
              <a:lnSpc>
                <a:spcPct val="100000"/>
              </a:lnSpc>
              <a:defRPr sz="1800" b="0"/>
            </a:lvl4pPr>
            <a:lvl5pPr>
              <a:lnSpc>
                <a:spcPct val="100000"/>
              </a:lnSpc>
              <a:defRPr sz="1800" b="0"/>
            </a:lvl5pPr>
          </a:lstStyle>
          <a:p>
            <a:pPr lvl="0"/>
            <a:r>
              <a:rPr lang="en-US" dirty="0"/>
              <a:t>Edit text</a:t>
            </a:r>
          </a:p>
          <a:p>
            <a:pPr lvl="1"/>
            <a:r>
              <a:rPr lang="en-US" dirty="0"/>
              <a:t>Second level</a:t>
            </a:r>
          </a:p>
          <a:p>
            <a:pPr lvl="1"/>
            <a:r>
              <a:rPr lang="en-US" dirty="0"/>
              <a:t>Third level</a:t>
            </a:r>
          </a:p>
          <a:p>
            <a:pPr lvl="1"/>
            <a:r>
              <a:rPr lang="en-US" dirty="0"/>
              <a:t>Fourth level</a:t>
            </a:r>
          </a:p>
          <a:p>
            <a:pPr lvl="1"/>
            <a:r>
              <a:rPr lang="en-US" dirty="0"/>
              <a:t>Fifth level</a:t>
            </a:r>
          </a:p>
        </p:txBody>
      </p:sp>
      <p:sp>
        <p:nvSpPr>
          <p:cNvPr id="5" name="Text Placeholder 7"/>
          <p:cNvSpPr>
            <a:spLocks noGrp="1"/>
          </p:cNvSpPr>
          <p:nvPr>
            <p:ph type="body" sz="quarter" idx="13" hasCustomPrompt="1"/>
          </p:nvPr>
        </p:nvSpPr>
        <p:spPr>
          <a:xfrm>
            <a:off x="1069809" y="1992792"/>
            <a:ext cx="4646004" cy="4376323"/>
          </a:xfrm>
        </p:spPr>
        <p:txBody>
          <a:bodyPr/>
          <a:lstStyle>
            <a:lvl1pPr marL="0" indent="0">
              <a:lnSpc>
                <a:spcPct val="100000"/>
              </a:lnSpc>
              <a:buFont typeface="Arial" panose="020B0604020202020204" pitchFamily="34" charset="0"/>
              <a:buNone/>
              <a:defRPr sz="2000" b="0"/>
            </a:lvl1pPr>
            <a:lvl2pPr marL="171450" indent="-171450">
              <a:lnSpc>
                <a:spcPct val="100000"/>
              </a:lnSpc>
              <a:buFont typeface="Arial" panose="020B0604020202020204" pitchFamily="34" charset="0"/>
              <a:buChar char="•"/>
              <a:defRPr sz="2000" b="0"/>
            </a:lvl2pPr>
            <a:lvl3pPr>
              <a:lnSpc>
                <a:spcPct val="100000"/>
              </a:lnSpc>
              <a:defRPr sz="1800" b="0"/>
            </a:lvl3pPr>
            <a:lvl4pPr>
              <a:lnSpc>
                <a:spcPct val="100000"/>
              </a:lnSpc>
              <a:defRPr sz="1800" b="0"/>
            </a:lvl4pPr>
            <a:lvl5pPr>
              <a:lnSpc>
                <a:spcPct val="100000"/>
              </a:lnSpc>
              <a:defRPr sz="1800" b="0"/>
            </a:lvl5pPr>
          </a:lstStyle>
          <a:p>
            <a:pPr lvl="0"/>
            <a:r>
              <a:rPr lang="en-US" dirty="0"/>
              <a:t>Edit text</a:t>
            </a:r>
          </a:p>
          <a:p>
            <a:pPr lvl="1"/>
            <a:r>
              <a:rPr lang="en-US" dirty="0"/>
              <a:t>Second level</a:t>
            </a:r>
          </a:p>
          <a:p>
            <a:pPr lvl="1"/>
            <a:r>
              <a:rPr lang="en-US" dirty="0"/>
              <a:t>Third level</a:t>
            </a:r>
          </a:p>
          <a:p>
            <a:pPr lvl="1"/>
            <a:r>
              <a:rPr lang="en-US" dirty="0"/>
              <a:t>Fourth level</a:t>
            </a:r>
          </a:p>
          <a:p>
            <a:pPr lvl="1"/>
            <a:r>
              <a:rPr lang="en-US" dirty="0"/>
              <a:t>Fifth level</a:t>
            </a:r>
          </a:p>
        </p:txBody>
      </p:sp>
      <p:sp>
        <p:nvSpPr>
          <p:cNvPr id="6"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7" name="Rectangle 6"/>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Title Placeholder 1">
            <a:extLst>
              <a:ext uri="{FF2B5EF4-FFF2-40B4-BE49-F238E27FC236}">
                <a16:creationId xmlns:a16="http://schemas.microsoft.com/office/drawing/2014/main" id="{71FB68A7-A656-A348-AE42-02B5F30E1E55}"/>
              </a:ext>
            </a:extLst>
          </p:cNvPr>
          <p:cNvSpPr>
            <a:spLocks noGrp="1"/>
          </p:cNvSpPr>
          <p:nvPr>
            <p:ph type="title"/>
          </p:nvPr>
        </p:nvSpPr>
        <p:spPr>
          <a:xfrm>
            <a:off x="339971" y="562058"/>
            <a:ext cx="11517818" cy="805001"/>
          </a:xfrm>
          <a:prstGeom prst="rect">
            <a:avLst/>
          </a:prstGeom>
        </p:spPr>
        <p:txBody>
          <a:bodyPr vert="horz" lIns="0" tIns="0" rIns="0" bIns="0" rtlCol="0" anchor="t" anchorCtr="0">
            <a:noAutofit/>
          </a:bodyPr>
          <a:lstStyle/>
          <a:p>
            <a:r>
              <a:rPr lang="en-US" dirty="0"/>
              <a:t>Click to edit Master title style</a:t>
            </a:r>
            <a:endParaRPr lang="en-GB" dirty="0"/>
          </a:p>
        </p:txBody>
      </p:sp>
    </p:spTree>
    <p:extLst>
      <p:ext uri="{BB962C8B-B14F-4D97-AF65-F5344CB8AC3E}">
        <p14:creationId xmlns:p14="http://schemas.microsoft.com/office/powerpoint/2010/main" val="2636117753"/>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wo Image and Text">
    <p:spTree>
      <p:nvGrpSpPr>
        <p:cNvPr id="1" name=""/>
        <p:cNvGrpSpPr/>
        <p:nvPr/>
      </p:nvGrpSpPr>
      <p:grpSpPr>
        <a:xfrm>
          <a:off x="0" y="0"/>
          <a:ext cx="0" cy="0"/>
          <a:chOff x="0" y="0"/>
          <a:chExt cx="0" cy="0"/>
        </a:xfrm>
      </p:grpSpPr>
      <p:sp>
        <p:nvSpPr>
          <p:cNvPr id="9" name="Text Placeholder 7"/>
          <p:cNvSpPr>
            <a:spLocks noGrp="1"/>
          </p:cNvSpPr>
          <p:nvPr>
            <p:ph type="body" sz="quarter" idx="17" hasCustomPrompt="1"/>
          </p:nvPr>
        </p:nvSpPr>
        <p:spPr>
          <a:xfrm>
            <a:off x="1080209" y="4307356"/>
            <a:ext cx="4646004" cy="2072171"/>
          </a:xfrm>
        </p:spPr>
        <p:txBody>
          <a:bodyPr/>
          <a:lstStyle>
            <a:lvl1pPr marL="0" indent="0">
              <a:lnSpc>
                <a:spcPct val="100000"/>
              </a:lnSpc>
              <a:buFont typeface="Arial" panose="020B0604020202020204" pitchFamily="34" charset="0"/>
              <a:buNone/>
              <a:defRPr sz="2000" b="0"/>
            </a:lvl1pPr>
            <a:lvl2pPr marL="171450" indent="-171450">
              <a:buFont typeface="Arial" panose="020B0604020202020204" pitchFamily="34" charset="0"/>
              <a:buChar char="•"/>
              <a:defRPr sz="1800"/>
            </a:lvl2pPr>
            <a:lvl3pPr marL="0" indent="0">
              <a:buNone/>
              <a:defRPr sz="1800"/>
            </a:lvl3pPr>
            <a:lvl4pPr>
              <a:defRPr sz="1800"/>
            </a:lvl4pPr>
            <a:lvl5pPr>
              <a:defRPr sz="1800"/>
            </a:lvl5pPr>
          </a:lstStyle>
          <a:p>
            <a:pPr lvl="0"/>
            <a:r>
              <a:rPr lang="en-US" dirty="0"/>
              <a:t>Edit text</a:t>
            </a:r>
          </a:p>
        </p:txBody>
      </p:sp>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1080209" y="2003204"/>
            <a:ext cx="4645958" cy="2072171"/>
          </a:xfrm>
          <a:prstGeom prst="rect">
            <a:avLst/>
          </a:prstGeom>
        </p:spPr>
        <p:txBody>
          <a:bodyPr/>
          <a:lstStyle>
            <a:lvl1pPr marL="0" indent="0">
              <a:buNone/>
              <a:defRPr baseline="0"/>
            </a:lvl1pPr>
          </a:lstStyle>
          <a:p>
            <a:r>
              <a:rPr lang="en-US"/>
              <a:t>Click icon to add picture</a:t>
            </a:r>
            <a:endParaRPr lang="en-US" dirty="0"/>
          </a:p>
        </p:txBody>
      </p:sp>
      <p:sp>
        <p:nvSpPr>
          <p:cNvPr id="5" name="Picture Placeholder 4">
            <a:extLst>
              <a:ext uri="{FF2B5EF4-FFF2-40B4-BE49-F238E27FC236}">
                <a16:creationId xmlns:a16="http://schemas.microsoft.com/office/drawing/2014/main" id="{749837D3-F6DB-DB49-B987-A2004B0611D5}"/>
              </a:ext>
            </a:extLst>
          </p:cNvPr>
          <p:cNvSpPr>
            <a:spLocks noGrp="1"/>
          </p:cNvSpPr>
          <p:nvPr>
            <p:ph type="pic" sz="quarter" idx="14"/>
          </p:nvPr>
        </p:nvSpPr>
        <p:spPr>
          <a:xfrm>
            <a:off x="5925914" y="2003203"/>
            <a:ext cx="4645958" cy="2072171"/>
          </a:xfrm>
          <a:prstGeom prst="rect">
            <a:avLst/>
          </a:prstGeom>
        </p:spPr>
        <p:txBody>
          <a:bodyPr/>
          <a:lstStyle>
            <a:lvl1pPr marL="0" indent="0">
              <a:buNone/>
              <a:defRPr baseline="0"/>
            </a:lvl1pPr>
          </a:lstStyle>
          <a:p>
            <a:r>
              <a:rPr lang="en-US"/>
              <a:t>Click icon to add picture</a:t>
            </a:r>
            <a:endParaRPr lang="en-US" dirty="0"/>
          </a:p>
        </p:txBody>
      </p:sp>
      <p:sp>
        <p:nvSpPr>
          <p:cNvPr id="8" name="Text Placeholder 7"/>
          <p:cNvSpPr>
            <a:spLocks noGrp="1"/>
          </p:cNvSpPr>
          <p:nvPr>
            <p:ph type="body" sz="quarter" idx="11" hasCustomPrompt="1"/>
          </p:nvPr>
        </p:nvSpPr>
        <p:spPr>
          <a:xfrm>
            <a:off x="5925868" y="4307356"/>
            <a:ext cx="4646004" cy="2072171"/>
          </a:xfrm>
        </p:spPr>
        <p:txBody>
          <a:bodyPr/>
          <a:lstStyle>
            <a:lvl1pPr marL="0" indent="0">
              <a:lnSpc>
                <a:spcPct val="100000"/>
              </a:lnSpc>
              <a:buFont typeface="Arial" panose="020B0604020202020204" pitchFamily="34" charset="0"/>
              <a:buNone/>
              <a:defRPr sz="2000" b="0"/>
            </a:lvl1pPr>
            <a:lvl2pPr marL="171450" indent="-171450">
              <a:buFont typeface="Arial" panose="020B0604020202020204" pitchFamily="34" charset="0"/>
              <a:buChar char="•"/>
              <a:defRPr/>
            </a:lvl2pPr>
          </a:lstStyle>
          <a:p>
            <a:pPr lvl="0"/>
            <a:r>
              <a:rPr lang="en-US" dirty="0"/>
              <a:t>Edit text</a:t>
            </a:r>
          </a:p>
        </p:txBody>
      </p:sp>
      <p:sp>
        <p:nvSpPr>
          <p:cNvPr id="10"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2" name="Rectangle 11"/>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Title Placeholder 1">
            <a:extLst>
              <a:ext uri="{FF2B5EF4-FFF2-40B4-BE49-F238E27FC236}">
                <a16:creationId xmlns:a16="http://schemas.microsoft.com/office/drawing/2014/main" id="{71FB68A7-A656-A348-AE42-02B5F30E1E55}"/>
              </a:ext>
            </a:extLst>
          </p:cNvPr>
          <p:cNvSpPr>
            <a:spLocks noGrp="1"/>
          </p:cNvSpPr>
          <p:nvPr>
            <p:ph type="title"/>
          </p:nvPr>
        </p:nvSpPr>
        <p:spPr>
          <a:xfrm>
            <a:off x="339971" y="562058"/>
            <a:ext cx="11517818" cy="805001"/>
          </a:xfrm>
          <a:prstGeom prst="rect">
            <a:avLst/>
          </a:prstGeom>
        </p:spPr>
        <p:txBody>
          <a:bodyPr vert="horz" lIns="0" tIns="0" rIns="0" bIns="0" rtlCol="0" anchor="t" anchorCtr="0">
            <a:noAutofit/>
          </a:bodyPr>
          <a:lstStyle/>
          <a:p>
            <a:r>
              <a:rPr lang="en-US" dirty="0"/>
              <a:t>Click to edit Master title style</a:t>
            </a:r>
            <a:endParaRPr lang="en-GB" dirty="0"/>
          </a:p>
        </p:txBody>
      </p:sp>
    </p:spTree>
    <p:extLst>
      <p:ext uri="{BB962C8B-B14F-4D97-AF65-F5344CB8AC3E}">
        <p14:creationId xmlns:p14="http://schemas.microsoft.com/office/powerpoint/2010/main" val="1162594457"/>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2"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3" name="Rectangle 2"/>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287913539"/>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userDrawn="1">
  <p:cSld name="1_Hope you enjoyed">
    <p:bg>
      <p:bgPr>
        <a:solidFill>
          <a:srgbClr val="09EDB8"/>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rotWithShape="1">
          <a:blip r:embed="rId2">
            <a:extLst>
              <a:ext uri="{28A0092B-C50C-407E-A947-70E740481C1C}">
                <a14:useLocalDpi xmlns:a14="http://schemas.microsoft.com/office/drawing/2010/main" val="0"/>
              </a:ext>
            </a:extLst>
          </a:blip>
          <a:srcRect/>
          <a:stretch/>
        </p:blipFill>
        <p:spPr>
          <a:xfrm>
            <a:off x="4663440" y="0"/>
            <a:ext cx="7528560" cy="6858000"/>
          </a:xfrm>
          <a:prstGeom prst="rect">
            <a:avLst/>
          </a:prstGeom>
        </p:spPr>
      </p:pic>
      <p:sp>
        <p:nvSpPr>
          <p:cNvPr id="2"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5300" y="2311970"/>
            <a:ext cx="3138017" cy="1908338"/>
          </a:xfrm>
        </p:spPr>
        <p:txBody>
          <a:bodyPr anchor="b" anchorCtr="0">
            <a:noAutofit/>
          </a:bodyPr>
          <a:lstStyle>
            <a:lvl1pPr algn="l">
              <a:lnSpc>
                <a:spcPct val="100000"/>
              </a:lnSpc>
              <a:defRPr sz="3600" baseline="0"/>
            </a:lvl1pPr>
          </a:lstStyle>
          <a:p>
            <a:r>
              <a:rPr lang="en-US" noProof="0" dirty="0"/>
              <a:t>THANK YOU</a:t>
            </a:r>
            <a:endParaRPr lang="en-GB" noProof="0" dirty="0"/>
          </a:p>
        </p:txBody>
      </p:sp>
      <p:pic>
        <p:nvPicPr>
          <p:cNvPr id="6" name="Graphic 29">
            <a:extLst>
              <a:ext uri="{FF2B5EF4-FFF2-40B4-BE49-F238E27FC236}">
                <a16:creationId xmlns:a16="http://schemas.microsoft.com/office/drawing/2014/main" id="{572E6A4A-143B-E94B-A1BF-29C50E635AE7}"/>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0900" y="302477"/>
            <a:ext cx="2643023" cy="1610367"/>
          </a:xfrm>
          <a:prstGeom prst="rect">
            <a:avLst/>
          </a:prstGeom>
        </p:spPr>
      </p:pic>
      <p:sp>
        <p:nvSpPr>
          <p:cNvPr id="8" name="Text Placeholder 6"/>
          <p:cNvSpPr>
            <a:spLocks noGrp="1"/>
          </p:cNvSpPr>
          <p:nvPr>
            <p:ph type="body" sz="quarter" idx="12" hasCustomPrompt="1"/>
          </p:nvPr>
        </p:nvSpPr>
        <p:spPr>
          <a:xfrm>
            <a:off x="385301" y="5306004"/>
            <a:ext cx="4269826" cy="1186921"/>
          </a:xfrm>
        </p:spPr>
        <p:txBody>
          <a:bodyPr/>
          <a:lstStyle>
            <a:lvl1pPr marL="0" marR="0" indent="0" algn="l" defTabSz="914400" rtl="0" eaLnBrk="1" fontAlgn="auto" latinLnBrk="0" hangingPunct="1">
              <a:lnSpc>
                <a:spcPct val="100000"/>
              </a:lnSpc>
              <a:spcBef>
                <a:spcPts val="0"/>
              </a:spcBef>
              <a:spcAft>
                <a:spcPts val="0"/>
              </a:spcAft>
              <a:buClrTx/>
              <a:buSzPct val="115000"/>
              <a:buFontTx/>
              <a:buNone/>
              <a:tabLst/>
              <a:defRPr b="0" baseline="0"/>
            </a:lvl1pPr>
            <a:lvl2pPr marL="374650" indent="-285750">
              <a:buFont typeface="Arial" panose="020B0604020202020204" pitchFamily="34" charset="0"/>
              <a:buChar char="•"/>
              <a:defRPr/>
            </a:lvl2pPr>
            <a:lvl3pPr marL="88900" indent="0">
              <a:buNone/>
              <a:defRPr/>
            </a:lvl3pPr>
            <a:lvl4pPr marL="88900" indent="0">
              <a:buNone/>
              <a:defRPr/>
            </a:lvl4pPr>
            <a:lvl5pPr marL="88900" indent="0">
              <a:buNone/>
              <a:defRPr/>
            </a:lvl5pPr>
          </a:lstStyle>
          <a:p>
            <a:pPr lvl="0"/>
            <a:r>
              <a:rPr lang="en-US" dirty="0"/>
              <a:t>Hope you enjoyed this learning journey.</a:t>
            </a:r>
          </a:p>
        </p:txBody>
      </p:sp>
      <p:grpSp>
        <p:nvGrpSpPr>
          <p:cNvPr id="4" name="Group 3"/>
          <p:cNvGrpSpPr/>
          <p:nvPr userDrawn="1"/>
        </p:nvGrpSpPr>
        <p:grpSpPr>
          <a:xfrm>
            <a:off x="-1698" y="3508800"/>
            <a:ext cx="7016130" cy="2425241"/>
            <a:chOff x="683" y="3508800"/>
            <a:chExt cx="7016130" cy="2425241"/>
          </a:xfrm>
          <a:solidFill>
            <a:srgbClr val="004050"/>
          </a:solidFill>
        </p:grpSpPr>
        <p:sp>
          <p:nvSpPr>
            <p:cNvPr id="25" name="Freeform 24">
              <a:extLst>
                <a:ext uri="{FF2B5EF4-FFF2-40B4-BE49-F238E27FC236}">
                  <a16:creationId xmlns:a16="http://schemas.microsoft.com/office/drawing/2014/main" id="{2F450B4C-241D-A544-BBEF-175E01D6A139}"/>
                </a:ext>
              </a:extLst>
            </p:cNvPr>
            <p:cNvSpPr/>
            <p:nvPr userDrawn="1"/>
          </p:nvSpPr>
          <p:spPr>
            <a:xfrm>
              <a:off x="683" y="3508800"/>
              <a:ext cx="5938619" cy="1027006"/>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8566 w 1668566"/>
                <a:gd name="connsiteY0" fmla="*/ 248186 h 248186"/>
                <a:gd name="connsiteX1" fmla="*/ 1 w 1668566"/>
                <a:gd name="connsiteY1" fmla="*/ 248186 h 248186"/>
                <a:gd name="connsiteX2" fmla="*/ 229815 w 1668566"/>
                <a:gd name="connsiteY2" fmla="*/ 194032 h 248186"/>
                <a:gd name="connsiteX3" fmla="*/ 1522580 w 1668566"/>
                <a:gd name="connsiteY3" fmla="*/ 192497 h 248186"/>
                <a:gd name="connsiteX4" fmla="*/ 1375895 w 1668566"/>
                <a:gd name="connsiteY4" fmla="*/ 219 h 248186"/>
                <a:gd name="connsiteX5" fmla="*/ 1433934 w 1668566"/>
                <a:gd name="connsiteY5" fmla="*/ 219 h 248186"/>
                <a:gd name="connsiteX6" fmla="*/ 1454190 w 1668566"/>
                <a:gd name="connsiteY6" fmla="*/ 12347 h 248186"/>
                <a:gd name="connsiteX7" fmla="*/ 1518706 w 1668566"/>
                <a:gd name="connsiteY7" fmla="*/ 105057 h 248186"/>
                <a:gd name="connsiteX8" fmla="*/ 1662725 w 1668566"/>
                <a:gd name="connsiteY8" fmla="*/ 242090 h 248186"/>
                <a:gd name="connsiteX9" fmla="*/ 1667931 w 1668566"/>
                <a:gd name="connsiteY9" fmla="*/ 246535 h 248186"/>
                <a:gd name="connsiteX10" fmla="*/ 1668566 w 1668566"/>
                <a:gd name="connsiteY10" fmla="*/ 248186 h 248186"/>
                <a:gd name="connsiteX0" fmla="*/ 1440017 w 1440017"/>
                <a:gd name="connsiteY0" fmla="*/ 248186 h 248186"/>
                <a:gd name="connsiteX1" fmla="*/ 62 w 1440017"/>
                <a:gd name="connsiteY1" fmla="*/ 248186 h 248186"/>
                <a:gd name="connsiteX2" fmla="*/ 1266 w 1440017"/>
                <a:gd name="connsiteY2" fmla="*/ 194032 h 248186"/>
                <a:gd name="connsiteX3" fmla="*/ 1294031 w 1440017"/>
                <a:gd name="connsiteY3" fmla="*/ 192497 h 248186"/>
                <a:gd name="connsiteX4" fmla="*/ 1147346 w 1440017"/>
                <a:gd name="connsiteY4" fmla="*/ 219 h 248186"/>
                <a:gd name="connsiteX5" fmla="*/ 1205385 w 1440017"/>
                <a:gd name="connsiteY5" fmla="*/ 219 h 248186"/>
                <a:gd name="connsiteX6" fmla="*/ 1225641 w 1440017"/>
                <a:gd name="connsiteY6" fmla="*/ 12347 h 248186"/>
                <a:gd name="connsiteX7" fmla="*/ 1290157 w 1440017"/>
                <a:gd name="connsiteY7" fmla="*/ 105057 h 248186"/>
                <a:gd name="connsiteX8" fmla="*/ 1434176 w 1440017"/>
                <a:gd name="connsiteY8" fmla="*/ 242090 h 248186"/>
                <a:gd name="connsiteX9" fmla="*/ 1439382 w 1440017"/>
                <a:gd name="connsiteY9" fmla="*/ 246535 h 248186"/>
                <a:gd name="connsiteX10" fmla="*/ 1440017 w 1440017"/>
                <a:gd name="connsiteY10" fmla="*/ 248186 h 248186"/>
                <a:gd name="connsiteX0" fmla="*/ 1439987 w 1439987"/>
                <a:gd name="connsiteY0" fmla="*/ 248186 h 248186"/>
                <a:gd name="connsiteX1" fmla="*/ 32 w 1439987"/>
                <a:gd name="connsiteY1" fmla="*/ 248186 h 248186"/>
                <a:gd name="connsiteX2" fmla="*/ 3538 w 1439987"/>
                <a:gd name="connsiteY2" fmla="*/ 192881 h 248186"/>
                <a:gd name="connsiteX3" fmla="*/ 1294001 w 1439987"/>
                <a:gd name="connsiteY3" fmla="*/ 192497 h 248186"/>
                <a:gd name="connsiteX4" fmla="*/ 1147316 w 1439987"/>
                <a:gd name="connsiteY4" fmla="*/ 219 h 248186"/>
                <a:gd name="connsiteX5" fmla="*/ 1205355 w 1439987"/>
                <a:gd name="connsiteY5" fmla="*/ 219 h 248186"/>
                <a:gd name="connsiteX6" fmla="*/ 1225611 w 1439987"/>
                <a:gd name="connsiteY6" fmla="*/ 12347 h 248186"/>
                <a:gd name="connsiteX7" fmla="*/ 1290127 w 1439987"/>
                <a:gd name="connsiteY7" fmla="*/ 105057 h 248186"/>
                <a:gd name="connsiteX8" fmla="*/ 1434146 w 1439987"/>
                <a:gd name="connsiteY8" fmla="*/ 242090 h 248186"/>
                <a:gd name="connsiteX9" fmla="*/ 1439352 w 1439987"/>
                <a:gd name="connsiteY9" fmla="*/ 246535 h 248186"/>
                <a:gd name="connsiteX10" fmla="*/ 1439987 w 1439987"/>
                <a:gd name="connsiteY10" fmla="*/ 248186 h 248186"/>
                <a:gd name="connsiteX0" fmla="*/ 1436625 w 1436625"/>
                <a:gd name="connsiteY0" fmla="*/ 248186 h 248186"/>
                <a:gd name="connsiteX1" fmla="*/ 122 w 1436625"/>
                <a:gd name="connsiteY1" fmla="*/ 248186 h 248186"/>
                <a:gd name="connsiteX2" fmla="*/ 176 w 1436625"/>
                <a:gd name="connsiteY2" fmla="*/ 192881 h 248186"/>
                <a:gd name="connsiteX3" fmla="*/ 1290639 w 1436625"/>
                <a:gd name="connsiteY3" fmla="*/ 192497 h 248186"/>
                <a:gd name="connsiteX4" fmla="*/ 1143954 w 1436625"/>
                <a:gd name="connsiteY4" fmla="*/ 219 h 248186"/>
                <a:gd name="connsiteX5" fmla="*/ 1201993 w 1436625"/>
                <a:gd name="connsiteY5" fmla="*/ 219 h 248186"/>
                <a:gd name="connsiteX6" fmla="*/ 1222249 w 1436625"/>
                <a:gd name="connsiteY6" fmla="*/ 12347 h 248186"/>
                <a:gd name="connsiteX7" fmla="*/ 1286765 w 1436625"/>
                <a:gd name="connsiteY7" fmla="*/ 105057 h 248186"/>
                <a:gd name="connsiteX8" fmla="*/ 1430784 w 1436625"/>
                <a:gd name="connsiteY8" fmla="*/ 242090 h 248186"/>
                <a:gd name="connsiteX9" fmla="*/ 1435990 w 1436625"/>
                <a:gd name="connsiteY9" fmla="*/ 246535 h 248186"/>
                <a:gd name="connsiteX10" fmla="*/ 1436625 w 1436625"/>
                <a:gd name="connsiteY10" fmla="*/ 248186 h 248186"/>
                <a:gd name="connsiteX0" fmla="*/ 1436553 w 1436553"/>
                <a:gd name="connsiteY0" fmla="*/ 248186 h 248186"/>
                <a:gd name="connsiteX1" fmla="*/ 50 w 1436553"/>
                <a:gd name="connsiteY1" fmla="*/ 248186 h 248186"/>
                <a:gd name="connsiteX2" fmla="*/ 1830 w 1436553"/>
                <a:gd name="connsiteY2" fmla="*/ 192881 h 248186"/>
                <a:gd name="connsiteX3" fmla="*/ 1290567 w 1436553"/>
                <a:gd name="connsiteY3" fmla="*/ 192497 h 248186"/>
                <a:gd name="connsiteX4" fmla="*/ 1143882 w 1436553"/>
                <a:gd name="connsiteY4" fmla="*/ 219 h 248186"/>
                <a:gd name="connsiteX5" fmla="*/ 1201921 w 1436553"/>
                <a:gd name="connsiteY5" fmla="*/ 219 h 248186"/>
                <a:gd name="connsiteX6" fmla="*/ 1222177 w 1436553"/>
                <a:gd name="connsiteY6" fmla="*/ 12347 h 248186"/>
                <a:gd name="connsiteX7" fmla="*/ 1286693 w 1436553"/>
                <a:gd name="connsiteY7" fmla="*/ 105057 h 248186"/>
                <a:gd name="connsiteX8" fmla="*/ 1430712 w 1436553"/>
                <a:gd name="connsiteY8" fmla="*/ 242090 h 248186"/>
                <a:gd name="connsiteX9" fmla="*/ 1435918 w 1436553"/>
                <a:gd name="connsiteY9" fmla="*/ 246535 h 248186"/>
                <a:gd name="connsiteX10" fmla="*/ 1436553 w 1436553"/>
                <a:gd name="connsiteY10" fmla="*/ 248186 h 248186"/>
                <a:gd name="connsiteX0" fmla="*/ 1434899 w 1434899"/>
                <a:gd name="connsiteY0" fmla="*/ 248186 h 248186"/>
                <a:gd name="connsiteX1" fmla="*/ 122 w 1434899"/>
                <a:gd name="connsiteY1" fmla="*/ 248186 h 248186"/>
                <a:gd name="connsiteX2" fmla="*/ 176 w 1434899"/>
                <a:gd name="connsiteY2" fmla="*/ 192881 h 248186"/>
                <a:gd name="connsiteX3" fmla="*/ 1288913 w 1434899"/>
                <a:gd name="connsiteY3" fmla="*/ 192497 h 248186"/>
                <a:gd name="connsiteX4" fmla="*/ 1142228 w 1434899"/>
                <a:gd name="connsiteY4" fmla="*/ 219 h 248186"/>
                <a:gd name="connsiteX5" fmla="*/ 1200267 w 1434899"/>
                <a:gd name="connsiteY5" fmla="*/ 219 h 248186"/>
                <a:gd name="connsiteX6" fmla="*/ 1220523 w 1434899"/>
                <a:gd name="connsiteY6" fmla="*/ 12347 h 248186"/>
                <a:gd name="connsiteX7" fmla="*/ 1285039 w 1434899"/>
                <a:gd name="connsiteY7" fmla="*/ 105057 h 248186"/>
                <a:gd name="connsiteX8" fmla="*/ 1429058 w 1434899"/>
                <a:gd name="connsiteY8" fmla="*/ 242090 h 248186"/>
                <a:gd name="connsiteX9" fmla="*/ 1434264 w 1434899"/>
                <a:gd name="connsiteY9" fmla="*/ 246535 h 248186"/>
                <a:gd name="connsiteX10" fmla="*/ 1434899 w 1434899"/>
                <a:gd name="connsiteY10" fmla="*/ 248186 h 248186"/>
                <a:gd name="connsiteX0" fmla="*/ 1434899 w 1434899"/>
                <a:gd name="connsiteY0" fmla="*/ 248186 h 248186"/>
                <a:gd name="connsiteX1" fmla="*/ 122 w 1434899"/>
                <a:gd name="connsiteY1" fmla="*/ 248186 h 248186"/>
                <a:gd name="connsiteX2" fmla="*/ 176 w 1434899"/>
                <a:gd name="connsiteY2" fmla="*/ 192881 h 248186"/>
                <a:gd name="connsiteX3" fmla="*/ 1288913 w 1434899"/>
                <a:gd name="connsiteY3" fmla="*/ 192497 h 248186"/>
                <a:gd name="connsiteX4" fmla="*/ 1142228 w 1434899"/>
                <a:gd name="connsiteY4" fmla="*/ 219 h 248186"/>
                <a:gd name="connsiteX5" fmla="*/ 1200267 w 1434899"/>
                <a:gd name="connsiteY5" fmla="*/ 219 h 248186"/>
                <a:gd name="connsiteX6" fmla="*/ 1220523 w 1434899"/>
                <a:gd name="connsiteY6" fmla="*/ 12347 h 248186"/>
                <a:gd name="connsiteX7" fmla="*/ 1285039 w 1434899"/>
                <a:gd name="connsiteY7" fmla="*/ 105057 h 248186"/>
                <a:gd name="connsiteX8" fmla="*/ 1429058 w 1434899"/>
                <a:gd name="connsiteY8" fmla="*/ 242090 h 248186"/>
                <a:gd name="connsiteX9" fmla="*/ 1434264 w 1434899"/>
                <a:gd name="connsiteY9" fmla="*/ 246535 h 248186"/>
                <a:gd name="connsiteX10" fmla="*/ 1434899 w 1434899"/>
                <a:gd name="connsiteY10" fmla="*/ 248186 h 248186"/>
                <a:gd name="connsiteX0" fmla="*/ 1434899 w 1434899"/>
                <a:gd name="connsiteY0" fmla="*/ 248186 h 248186"/>
                <a:gd name="connsiteX1" fmla="*/ 122 w 1434899"/>
                <a:gd name="connsiteY1" fmla="*/ 248186 h 248186"/>
                <a:gd name="connsiteX2" fmla="*/ 176 w 1434899"/>
                <a:gd name="connsiteY2" fmla="*/ 192881 h 248186"/>
                <a:gd name="connsiteX3" fmla="*/ 1288913 w 1434899"/>
                <a:gd name="connsiteY3" fmla="*/ 192497 h 248186"/>
                <a:gd name="connsiteX4" fmla="*/ 1142228 w 1434899"/>
                <a:gd name="connsiteY4" fmla="*/ 219 h 248186"/>
                <a:gd name="connsiteX5" fmla="*/ 1200267 w 1434899"/>
                <a:gd name="connsiteY5" fmla="*/ 219 h 248186"/>
                <a:gd name="connsiteX6" fmla="*/ 1220523 w 1434899"/>
                <a:gd name="connsiteY6" fmla="*/ 12347 h 248186"/>
                <a:gd name="connsiteX7" fmla="*/ 1285039 w 1434899"/>
                <a:gd name="connsiteY7" fmla="*/ 105057 h 248186"/>
                <a:gd name="connsiteX8" fmla="*/ 1429058 w 1434899"/>
                <a:gd name="connsiteY8" fmla="*/ 242090 h 248186"/>
                <a:gd name="connsiteX9" fmla="*/ 1434264 w 1434899"/>
                <a:gd name="connsiteY9" fmla="*/ 246535 h 248186"/>
                <a:gd name="connsiteX10" fmla="*/ 1434899 w 1434899"/>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34899" h="248186">
                  <a:moveTo>
                    <a:pt x="1434899" y="248186"/>
                  </a:moveTo>
                  <a:lnTo>
                    <a:pt x="122" y="248186"/>
                  </a:lnTo>
                  <a:cubicBezTo>
                    <a:pt x="-319" y="229623"/>
                    <a:pt x="617" y="211444"/>
                    <a:pt x="176" y="192881"/>
                  </a:cubicBezTo>
                  <a:lnTo>
                    <a:pt x="1288913" y="192497"/>
                  </a:lnTo>
                  <a:cubicBezTo>
                    <a:pt x="1231064" y="134140"/>
                    <a:pt x="1177788" y="74768"/>
                    <a:pt x="1142228" y="219"/>
                  </a:cubicBezTo>
                  <a:cubicBezTo>
                    <a:pt x="1162611" y="219"/>
                    <a:pt x="1181471" y="854"/>
                    <a:pt x="1200267" y="219"/>
                  </a:cubicBezTo>
                  <a:cubicBezTo>
                    <a:pt x="1209059" y="-1141"/>
                    <a:pt x="1217571" y="3956"/>
                    <a:pt x="1220523" y="12347"/>
                  </a:cubicBezTo>
                  <a:cubicBezTo>
                    <a:pt x="1238085" y="45816"/>
                    <a:pt x="1259758" y="76961"/>
                    <a:pt x="1285039" y="105057"/>
                  </a:cubicBezTo>
                  <a:cubicBezTo>
                    <a:pt x="1328667" y="155126"/>
                    <a:pt x="1376883" y="201004"/>
                    <a:pt x="1429058" y="242090"/>
                  </a:cubicBezTo>
                  <a:cubicBezTo>
                    <a:pt x="1430836" y="243551"/>
                    <a:pt x="1432613" y="245011"/>
                    <a:pt x="1434264" y="246535"/>
                  </a:cubicBezTo>
                  <a:cubicBezTo>
                    <a:pt x="1434582" y="246599"/>
                    <a:pt x="1434582" y="247170"/>
                    <a:pt x="1434899" y="248186"/>
                  </a:cubicBezTo>
                  <a:close/>
                </a:path>
              </a:pathLst>
            </a:custGeom>
            <a:grpFill/>
            <a:ln w="6350" cap="flat">
              <a:noFill/>
              <a:prstDash val="solid"/>
              <a:miter/>
            </a:ln>
          </p:spPr>
          <p:txBody>
            <a:bodyPr rtlCol="0" anchor="ctr"/>
            <a:lstStyle/>
            <a:p>
              <a:endParaRPr lang="en-GB"/>
            </a:p>
          </p:txBody>
        </p:sp>
        <p:sp>
          <p:nvSpPr>
            <p:cNvPr id="26" name="Freeform 25">
              <a:extLst>
                <a:ext uri="{FF2B5EF4-FFF2-40B4-BE49-F238E27FC236}">
                  <a16:creationId xmlns:a16="http://schemas.microsoft.com/office/drawing/2014/main" id="{17BA7C41-EA1C-2F4D-90C7-EC472AB85B8A}"/>
                </a:ext>
              </a:extLst>
            </p:cNvPr>
            <p:cNvSpPr/>
            <p:nvPr userDrawn="1"/>
          </p:nvSpPr>
          <p:spPr>
            <a:xfrm>
              <a:off x="5439970" y="3509181"/>
              <a:ext cx="1576843" cy="2417447"/>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27" name="Freeform 26">
              <a:extLst>
                <a:ext uri="{FF2B5EF4-FFF2-40B4-BE49-F238E27FC236}">
                  <a16:creationId xmlns:a16="http://schemas.microsoft.com/office/drawing/2014/main" id="{2F450B4C-241D-A544-BBEF-175E01D6A139}"/>
                </a:ext>
              </a:extLst>
            </p:cNvPr>
            <p:cNvSpPr/>
            <p:nvPr userDrawn="1"/>
          </p:nvSpPr>
          <p:spPr>
            <a:xfrm flipV="1">
              <a:off x="683" y="4907035"/>
              <a:ext cx="5938619" cy="1027006"/>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8566 w 1668566"/>
                <a:gd name="connsiteY0" fmla="*/ 248186 h 248186"/>
                <a:gd name="connsiteX1" fmla="*/ 1 w 1668566"/>
                <a:gd name="connsiteY1" fmla="*/ 248186 h 248186"/>
                <a:gd name="connsiteX2" fmla="*/ 229815 w 1668566"/>
                <a:gd name="connsiteY2" fmla="*/ 194032 h 248186"/>
                <a:gd name="connsiteX3" fmla="*/ 1522580 w 1668566"/>
                <a:gd name="connsiteY3" fmla="*/ 192497 h 248186"/>
                <a:gd name="connsiteX4" fmla="*/ 1375895 w 1668566"/>
                <a:gd name="connsiteY4" fmla="*/ 219 h 248186"/>
                <a:gd name="connsiteX5" fmla="*/ 1433934 w 1668566"/>
                <a:gd name="connsiteY5" fmla="*/ 219 h 248186"/>
                <a:gd name="connsiteX6" fmla="*/ 1454190 w 1668566"/>
                <a:gd name="connsiteY6" fmla="*/ 12347 h 248186"/>
                <a:gd name="connsiteX7" fmla="*/ 1518706 w 1668566"/>
                <a:gd name="connsiteY7" fmla="*/ 105057 h 248186"/>
                <a:gd name="connsiteX8" fmla="*/ 1662725 w 1668566"/>
                <a:gd name="connsiteY8" fmla="*/ 242090 h 248186"/>
                <a:gd name="connsiteX9" fmla="*/ 1667931 w 1668566"/>
                <a:gd name="connsiteY9" fmla="*/ 246535 h 248186"/>
                <a:gd name="connsiteX10" fmla="*/ 1668566 w 1668566"/>
                <a:gd name="connsiteY10" fmla="*/ 248186 h 248186"/>
                <a:gd name="connsiteX0" fmla="*/ 1440017 w 1440017"/>
                <a:gd name="connsiteY0" fmla="*/ 248186 h 248186"/>
                <a:gd name="connsiteX1" fmla="*/ 62 w 1440017"/>
                <a:gd name="connsiteY1" fmla="*/ 248186 h 248186"/>
                <a:gd name="connsiteX2" fmla="*/ 1266 w 1440017"/>
                <a:gd name="connsiteY2" fmla="*/ 194032 h 248186"/>
                <a:gd name="connsiteX3" fmla="*/ 1294031 w 1440017"/>
                <a:gd name="connsiteY3" fmla="*/ 192497 h 248186"/>
                <a:gd name="connsiteX4" fmla="*/ 1147346 w 1440017"/>
                <a:gd name="connsiteY4" fmla="*/ 219 h 248186"/>
                <a:gd name="connsiteX5" fmla="*/ 1205385 w 1440017"/>
                <a:gd name="connsiteY5" fmla="*/ 219 h 248186"/>
                <a:gd name="connsiteX6" fmla="*/ 1225641 w 1440017"/>
                <a:gd name="connsiteY6" fmla="*/ 12347 h 248186"/>
                <a:gd name="connsiteX7" fmla="*/ 1290157 w 1440017"/>
                <a:gd name="connsiteY7" fmla="*/ 105057 h 248186"/>
                <a:gd name="connsiteX8" fmla="*/ 1434176 w 1440017"/>
                <a:gd name="connsiteY8" fmla="*/ 242090 h 248186"/>
                <a:gd name="connsiteX9" fmla="*/ 1439382 w 1440017"/>
                <a:gd name="connsiteY9" fmla="*/ 246535 h 248186"/>
                <a:gd name="connsiteX10" fmla="*/ 1440017 w 1440017"/>
                <a:gd name="connsiteY10" fmla="*/ 248186 h 248186"/>
                <a:gd name="connsiteX0" fmla="*/ 1439987 w 1439987"/>
                <a:gd name="connsiteY0" fmla="*/ 248186 h 248186"/>
                <a:gd name="connsiteX1" fmla="*/ 32 w 1439987"/>
                <a:gd name="connsiteY1" fmla="*/ 248186 h 248186"/>
                <a:gd name="connsiteX2" fmla="*/ 3538 w 1439987"/>
                <a:gd name="connsiteY2" fmla="*/ 192881 h 248186"/>
                <a:gd name="connsiteX3" fmla="*/ 1294001 w 1439987"/>
                <a:gd name="connsiteY3" fmla="*/ 192497 h 248186"/>
                <a:gd name="connsiteX4" fmla="*/ 1147316 w 1439987"/>
                <a:gd name="connsiteY4" fmla="*/ 219 h 248186"/>
                <a:gd name="connsiteX5" fmla="*/ 1205355 w 1439987"/>
                <a:gd name="connsiteY5" fmla="*/ 219 h 248186"/>
                <a:gd name="connsiteX6" fmla="*/ 1225611 w 1439987"/>
                <a:gd name="connsiteY6" fmla="*/ 12347 h 248186"/>
                <a:gd name="connsiteX7" fmla="*/ 1290127 w 1439987"/>
                <a:gd name="connsiteY7" fmla="*/ 105057 h 248186"/>
                <a:gd name="connsiteX8" fmla="*/ 1434146 w 1439987"/>
                <a:gd name="connsiteY8" fmla="*/ 242090 h 248186"/>
                <a:gd name="connsiteX9" fmla="*/ 1439352 w 1439987"/>
                <a:gd name="connsiteY9" fmla="*/ 246535 h 248186"/>
                <a:gd name="connsiteX10" fmla="*/ 1439987 w 1439987"/>
                <a:gd name="connsiteY10" fmla="*/ 248186 h 248186"/>
                <a:gd name="connsiteX0" fmla="*/ 1436625 w 1436625"/>
                <a:gd name="connsiteY0" fmla="*/ 248186 h 248186"/>
                <a:gd name="connsiteX1" fmla="*/ 122 w 1436625"/>
                <a:gd name="connsiteY1" fmla="*/ 248186 h 248186"/>
                <a:gd name="connsiteX2" fmla="*/ 176 w 1436625"/>
                <a:gd name="connsiteY2" fmla="*/ 192881 h 248186"/>
                <a:gd name="connsiteX3" fmla="*/ 1290639 w 1436625"/>
                <a:gd name="connsiteY3" fmla="*/ 192497 h 248186"/>
                <a:gd name="connsiteX4" fmla="*/ 1143954 w 1436625"/>
                <a:gd name="connsiteY4" fmla="*/ 219 h 248186"/>
                <a:gd name="connsiteX5" fmla="*/ 1201993 w 1436625"/>
                <a:gd name="connsiteY5" fmla="*/ 219 h 248186"/>
                <a:gd name="connsiteX6" fmla="*/ 1222249 w 1436625"/>
                <a:gd name="connsiteY6" fmla="*/ 12347 h 248186"/>
                <a:gd name="connsiteX7" fmla="*/ 1286765 w 1436625"/>
                <a:gd name="connsiteY7" fmla="*/ 105057 h 248186"/>
                <a:gd name="connsiteX8" fmla="*/ 1430784 w 1436625"/>
                <a:gd name="connsiteY8" fmla="*/ 242090 h 248186"/>
                <a:gd name="connsiteX9" fmla="*/ 1435990 w 1436625"/>
                <a:gd name="connsiteY9" fmla="*/ 246535 h 248186"/>
                <a:gd name="connsiteX10" fmla="*/ 1436625 w 1436625"/>
                <a:gd name="connsiteY10" fmla="*/ 248186 h 248186"/>
                <a:gd name="connsiteX0" fmla="*/ 1436553 w 1436553"/>
                <a:gd name="connsiteY0" fmla="*/ 248186 h 248186"/>
                <a:gd name="connsiteX1" fmla="*/ 50 w 1436553"/>
                <a:gd name="connsiteY1" fmla="*/ 248186 h 248186"/>
                <a:gd name="connsiteX2" fmla="*/ 1830 w 1436553"/>
                <a:gd name="connsiteY2" fmla="*/ 192881 h 248186"/>
                <a:gd name="connsiteX3" fmla="*/ 1290567 w 1436553"/>
                <a:gd name="connsiteY3" fmla="*/ 192497 h 248186"/>
                <a:gd name="connsiteX4" fmla="*/ 1143882 w 1436553"/>
                <a:gd name="connsiteY4" fmla="*/ 219 h 248186"/>
                <a:gd name="connsiteX5" fmla="*/ 1201921 w 1436553"/>
                <a:gd name="connsiteY5" fmla="*/ 219 h 248186"/>
                <a:gd name="connsiteX6" fmla="*/ 1222177 w 1436553"/>
                <a:gd name="connsiteY6" fmla="*/ 12347 h 248186"/>
                <a:gd name="connsiteX7" fmla="*/ 1286693 w 1436553"/>
                <a:gd name="connsiteY7" fmla="*/ 105057 h 248186"/>
                <a:gd name="connsiteX8" fmla="*/ 1430712 w 1436553"/>
                <a:gd name="connsiteY8" fmla="*/ 242090 h 248186"/>
                <a:gd name="connsiteX9" fmla="*/ 1435918 w 1436553"/>
                <a:gd name="connsiteY9" fmla="*/ 246535 h 248186"/>
                <a:gd name="connsiteX10" fmla="*/ 1436553 w 1436553"/>
                <a:gd name="connsiteY10" fmla="*/ 248186 h 248186"/>
                <a:gd name="connsiteX0" fmla="*/ 1434899 w 1434899"/>
                <a:gd name="connsiteY0" fmla="*/ 248186 h 248186"/>
                <a:gd name="connsiteX1" fmla="*/ 122 w 1434899"/>
                <a:gd name="connsiteY1" fmla="*/ 248186 h 248186"/>
                <a:gd name="connsiteX2" fmla="*/ 176 w 1434899"/>
                <a:gd name="connsiteY2" fmla="*/ 192881 h 248186"/>
                <a:gd name="connsiteX3" fmla="*/ 1288913 w 1434899"/>
                <a:gd name="connsiteY3" fmla="*/ 192497 h 248186"/>
                <a:gd name="connsiteX4" fmla="*/ 1142228 w 1434899"/>
                <a:gd name="connsiteY4" fmla="*/ 219 h 248186"/>
                <a:gd name="connsiteX5" fmla="*/ 1200267 w 1434899"/>
                <a:gd name="connsiteY5" fmla="*/ 219 h 248186"/>
                <a:gd name="connsiteX6" fmla="*/ 1220523 w 1434899"/>
                <a:gd name="connsiteY6" fmla="*/ 12347 h 248186"/>
                <a:gd name="connsiteX7" fmla="*/ 1285039 w 1434899"/>
                <a:gd name="connsiteY7" fmla="*/ 105057 h 248186"/>
                <a:gd name="connsiteX8" fmla="*/ 1429058 w 1434899"/>
                <a:gd name="connsiteY8" fmla="*/ 242090 h 248186"/>
                <a:gd name="connsiteX9" fmla="*/ 1434264 w 1434899"/>
                <a:gd name="connsiteY9" fmla="*/ 246535 h 248186"/>
                <a:gd name="connsiteX10" fmla="*/ 1434899 w 1434899"/>
                <a:gd name="connsiteY10" fmla="*/ 248186 h 248186"/>
                <a:gd name="connsiteX0" fmla="*/ 1434899 w 1434899"/>
                <a:gd name="connsiteY0" fmla="*/ 248186 h 248186"/>
                <a:gd name="connsiteX1" fmla="*/ 122 w 1434899"/>
                <a:gd name="connsiteY1" fmla="*/ 248186 h 248186"/>
                <a:gd name="connsiteX2" fmla="*/ 176 w 1434899"/>
                <a:gd name="connsiteY2" fmla="*/ 192881 h 248186"/>
                <a:gd name="connsiteX3" fmla="*/ 1288913 w 1434899"/>
                <a:gd name="connsiteY3" fmla="*/ 192497 h 248186"/>
                <a:gd name="connsiteX4" fmla="*/ 1142228 w 1434899"/>
                <a:gd name="connsiteY4" fmla="*/ 219 h 248186"/>
                <a:gd name="connsiteX5" fmla="*/ 1200267 w 1434899"/>
                <a:gd name="connsiteY5" fmla="*/ 219 h 248186"/>
                <a:gd name="connsiteX6" fmla="*/ 1220523 w 1434899"/>
                <a:gd name="connsiteY6" fmla="*/ 12347 h 248186"/>
                <a:gd name="connsiteX7" fmla="*/ 1285039 w 1434899"/>
                <a:gd name="connsiteY7" fmla="*/ 105057 h 248186"/>
                <a:gd name="connsiteX8" fmla="*/ 1429058 w 1434899"/>
                <a:gd name="connsiteY8" fmla="*/ 242090 h 248186"/>
                <a:gd name="connsiteX9" fmla="*/ 1434264 w 1434899"/>
                <a:gd name="connsiteY9" fmla="*/ 246535 h 248186"/>
                <a:gd name="connsiteX10" fmla="*/ 1434899 w 1434899"/>
                <a:gd name="connsiteY10" fmla="*/ 248186 h 248186"/>
                <a:gd name="connsiteX0" fmla="*/ 1434899 w 1434899"/>
                <a:gd name="connsiteY0" fmla="*/ 248186 h 248186"/>
                <a:gd name="connsiteX1" fmla="*/ 122 w 1434899"/>
                <a:gd name="connsiteY1" fmla="*/ 248186 h 248186"/>
                <a:gd name="connsiteX2" fmla="*/ 176 w 1434899"/>
                <a:gd name="connsiteY2" fmla="*/ 192881 h 248186"/>
                <a:gd name="connsiteX3" fmla="*/ 1288913 w 1434899"/>
                <a:gd name="connsiteY3" fmla="*/ 192497 h 248186"/>
                <a:gd name="connsiteX4" fmla="*/ 1142228 w 1434899"/>
                <a:gd name="connsiteY4" fmla="*/ 219 h 248186"/>
                <a:gd name="connsiteX5" fmla="*/ 1200267 w 1434899"/>
                <a:gd name="connsiteY5" fmla="*/ 219 h 248186"/>
                <a:gd name="connsiteX6" fmla="*/ 1220523 w 1434899"/>
                <a:gd name="connsiteY6" fmla="*/ 12347 h 248186"/>
                <a:gd name="connsiteX7" fmla="*/ 1285039 w 1434899"/>
                <a:gd name="connsiteY7" fmla="*/ 105057 h 248186"/>
                <a:gd name="connsiteX8" fmla="*/ 1429058 w 1434899"/>
                <a:gd name="connsiteY8" fmla="*/ 242090 h 248186"/>
                <a:gd name="connsiteX9" fmla="*/ 1434264 w 1434899"/>
                <a:gd name="connsiteY9" fmla="*/ 246535 h 248186"/>
                <a:gd name="connsiteX10" fmla="*/ 1434899 w 1434899"/>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34899" h="248186">
                  <a:moveTo>
                    <a:pt x="1434899" y="248186"/>
                  </a:moveTo>
                  <a:lnTo>
                    <a:pt x="122" y="248186"/>
                  </a:lnTo>
                  <a:cubicBezTo>
                    <a:pt x="-319" y="229623"/>
                    <a:pt x="617" y="211444"/>
                    <a:pt x="176" y="192881"/>
                  </a:cubicBezTo>
                  <a:lnTo>
                    <a:pt x="1288913" y="192497"/>
                  </a:lnTo>
                  <a:cubicBezTo>
                    <a:pt x="1231064" y="134140"/>
                    <a:pt x="1177788" y="74768"/>
                    <a:pt x="1142228" y="219"/>
                  </a:cubicBezTo>
                  <a:cubicBezTo>
                    <a:pt x="1162611" y="219"/>
                    <a:pt x="1181471" y="854"/>
                    <a:pt x="1200267" y="219"/>
                  </a:cubicBezTo>
                  <a:cubicBezTo>
                    <a:pt x="1209059" y="-1141"/>
                    <a:pt x="1217571" y="3956"/>
                    <a:pt x="1220523" y="12347"/>
                  </a:cubicBezTo>
                  <a:cubicBezTo>
                    <a:pt x="1238085" y="45816"/>
                    <a:pt x="1259758" y="76961"/>
                    <a:pt x="1285039" y="105057"/>
                  </a:cubicBezTo>
                  <a:cubicBezTo>
                    <a:pt x="1328667" y="155126"/>
                    <a:pt x="1376883" y="201004"/>
                    <a:pt x="1429058" y="242090"/>
                  </a:cubicBezTo>
                  <a:cubicBezTo>
                    <a:pt x="1430836" y="243551"/>
                    <a:pt x="1432613" y="245011"/>
                    <a:pt x="1434264" y="246535"/>
                  </a:cubicBezTo>
                  <a:cubicBezTo>
                    <a:pt x="1434582" y="246599"/>
                    <a:pt x="1434582" y="247170"/>
                    <a:pt x="1434899" y="248186"/>
                  </a:cubicBezTo>
                  <a:close/>
                </a:path>
              </a:pathLst>
            </a:custGeom>
            <a:grp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1887849664"/>
      </p:ext>
    </p:extLst>
  </p:cSld>
  <p:clrMapOvr>
    <a:masterClrMapping/>
  </p:clrMapOvr>
  <p:extLst>
    <p:ext uri="{DCECCB84-F9BA-43D5-87BE-67443E8EF086}">
      <p15:sldGuideLst xmlns:p15="http://schemas.microsoft.com/office/powerpoint/2012/main">
        <p15:guide id="1" orient="horz" pos="3634">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userDrawn="1">
  <p:cSld name="QA Template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571466" y="2130432"/>
            <a:ext cx="11049077" cy="1470025"/>
          </a:xfrm>
        </p:spPr>
        <p:txBody>
          <a:bodyPr>
            <a:normAutofit/>
          </a:bodyPr>
          <a:lstStyle>
            <a:lvl1pPr algn="ctr">
              <a:defRPr sz="3600">
                <a:solidFill>
                  <a:srgbClr val="0070C0"/>
                </a:solidFill>
              </a:defRPr>
            </a:lvl1pPr>
          </a:lstStyle>
          <a:p>
            <a:r>
              <a:rPr lang="en-US"/>
              <a:t>Click to edit Master title style</a:t>
            </a:r>
            <a:endParaRPr lang="en-GB" dirty="0"/>
          </a:p>
        </p:txBody>
      </p:sp>
      <p:sp>
        <p:nvSpPr>
          <p:cNvPr id="3" name="Subtitle 2"/>
          <p:cNvSpPr>
            <a:spLocks noGrp="1"/>
          </p:cNvSpPr>
          <p:nvPr>
            <p:ph type="subTitle" idx="1"/>
          </p:nvPr>
        </p:nvSpPr>
        <p:spPr>
          <a:xfrm>
            <a:off x="1828800" y="3886200"/>
            <a:ext cx="8534400" cy="1752600"/>
          </a:xfrm>
        </p:spPr>
        <p:txBody>
          <a:bodyPr>
            <a:normAutofit/>
          </a:bodyPr>
          <a:lstStyle>
            <a:lvl1pPr marL="0" indent="0" algn="ctr">
              <a:buNone/>
              <a:defRPr sz="2400" b="1">
                <a:solidFill>
                  <a:srgbClr val="AAAAAA"/>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GB" dirty="0"/>
          </a:p>
        </p:txBody>
      </p:sp>
    </p:spTree>
    <p:extLst>
      <p:ext uri="{BB962C8B-B14F-4D97-AF65-F5344CB8AC3E}">
        <p14:creationId xmlns:p14="http://schemas.microsoft.com/office/powerpoint/2010/main" val="3692907855"/>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userDrawn="1">
  <p:cSld name="QA Template_Main Slide">
    <p:spTree>
      <p:nvGrpSpPr>
        <p:cNvPr id="1" name=""/>
        <p:cNvGrpSpPr/>
        <p:nvPr/>
      </p:nvGrpSpPr>
      <p:grpSpPr>
        <a:xfrm>
          <a:off x="0" y="0"/>
          <a:ext cx="0" cy="0"/>
          <a:chOff x="0" y="0"/>
          <a:chExt cx="0" cy="0"/>
        </a:xfrm>
      </p:grpSpPr>
      <p:sp>
        <p:nvSpPr>
          <p:cNvPr id="11" name="Text Placeholder 10"/>
          <p:cNvSpPr>
            <a:spLocks noGrp="1"/>
          </p:cNvSpPr>
          <p:nvPr>
            <p:ph type="body" sz="quarter" idx="15"/>
          </p:nvPr>
        </p:nvSpPr>
        <p:spPr>
          <a:xfrm>
            <a:off x="190463" y="928670"/>
            <a:ext cx="11715792" cy="5214974"/>
          </a:xfrm>
        </p:spPr>
        <p:txBody>
          <a:bodyPr/>
          <a:lstStyle>
            <a:lvl1pPr>
              <a:defRPr b="1"/>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5" name="Title 4"/>
          <p:cNvSpPr>
            <a:spLocks noGrp="1"/>
          </p:cNvSpPr>
          <p:nvPr>
            <p:ph type="title"/>
          </p:nvPr>
        </p:nvSpPr>
        <p:spPr>
          <a:xfrm>
            <a:off x="190459" y="357166"/>
            <a:ext cx="11715832" cy="500400"/>
          </a:xfrm>
        </p:spPr>
        <p:txBody>
          <a:bodyPr vert="horz" lIns="91440" tIns="45720" rIns="91440" bIns="45720" rtlCol="0">
            <a:normAutofit/>
          </a:bodyPr>
          <a:lstStyle>
            <a:lvl1pPr>
              <a:defRPr lang="en-GB" sz="2400" b="1" kern="1200" baseline="0" dirty="0" smtClean="0">
                <a:solidFill>
                  <a:srgbClr val="0070C0"/>
                </a:solidFill>
                <a:latin typeface="Arial" pitchFamily="34" charset="0"/>
                <a:ea typeface="+mn-ea"/>
                <a:cs typeface="Arial" pitchFamily="34" charset="0"/>
              </a:defRPr>
            </a:lvl1pPr>
          </a:lstStyle>
          <a:p>
            <a:pPr marL="342900" lvl="0" indent="-342900" algn="l" defTabSz="914400" rtl="0" eaLnBrk="1" latinLnBrk="0" hangingPunct="1">
              <a:spcBef>
                <a:spcPct val="20000"/>
              </a:spcBef>
              <a:buClr>
                <a:schemeClr val="accent1"/>
              </a:buClr>
              <a:buFont typeface="Wingdings" pitchFamily="2" charset="2"/>
              <a:buNone/>
            </a:pPr>
            <a:r>
              <a:rPr lang="en-US"/>
              <a:t>Click to edit Master title style</a:t>
            </a:r>
            <a:endParaRPr lang="en-GB" dirty="0"/>
          </a:p>
        </p:txBody>
      </p:sp>
      <p:sp>
        <p:nvSpPr>
          <p:cNvPr id="6" name="Slide Number Placeholder 5"/>
          <p:cNvSpPr txBox="1">
            <a:spLocks/>
          </p:cNvSpPr>
          <p:nvPr userDrawn="1"/>
        </p:nvSpPr>
        <p:spPr>
          <a:xfrm>
            <a:off x="9061491" y="6492906"/>
            <a:ext cx="2844800" cy="365125"/>
          </a:xfrm>
          <a:prstGeom prst="rect">
            <a:avLst/>
          </a:prstGeom>
        </p:spPr>
        <p:txBody>
          <a:bodyPr vert="horz" lIns="91440" tIns="45720" rIns="91440" bIns="45720" rtlCol="0" anchor="ctr"/>
          <a:lstStyle>
            <a:lvl1pPr algn="r">
              <a:defRPr sz="1000">
                <a:solidFill>
                  <a:schemeClr val="bg1"/>
                </a:solidFill>
                <a:latin typeface="Arial" pitchFamily="34" charset="0"/>
                <a:cs typeface="Arial"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518ABFB6-A9C6-4619-9721-3B608E8ED143}" type="slidenum">
              <a:rPr kumimoji="0" lang="en-GB" sz="1000" b="0" i="0" u="none" strike="noStrike" kern="1200" cap="none" spc="0" normalizeH="0" baseline="0" noProof="0" smtClean="0">
                <a:ln>
                  <a:noFill/>
                </a:ln>
                <a:solidFill>
                  <a:srgbClr val="0070C0"/>
                </a:solidFill>
                <a:effectLst/>
                <a:uLnTx/>
                <a:uFillTx/>
                <a:latin typeface="Arial" pitchFamily="34" charset="0"/>
                <a:ea typeface="+mn-ea"/>
                <a:cs typeface="Arial"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GB" sz="1000" b="0" i="0" u="none" strike="noStrike" kern="1200" cap="none" spc="0" normalizeH="0" baseline="0" noProof="0" dirty="0">
              <a:ln>
                <a:noFill/>
              </a:ln>
              <a:solidFill>
                <a:srgbClr val="0070C0"/>
              </a:solidFill>
              <a:effectLst/>
              <a:uLnTx/>
              <a:uFillTx/>
              <a:latin typeface="Arial" pitchFamily="34" charset="0"/>
              <a:ea typeface="+mn-ea"/>
              <a:cs typeface="Arial" pitchFamily="34" charset="0"/>
            </a:endParaRPr>
          </a:p>
        </p:txBody>
      </p:sp>
    </p:spTree>
    <p:extLst>
      <p:ext uri="{BB962C8B-B14F-4D97-AF65-F5344CB8AC3E}">
        <p14:creationId xmlns:p14="http://schemas.microsoft.com/office/powerpoint/2010/main" val="178948436"/>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cSld name="Title Slide - White / Orang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BB6D40-B4C9-8B4A-B2A6-126F64906376}"/>
              </a:ext>
            </a:extLst>
          </p:cNvPr>
          <p:cNvSpPr>
            <a:spLocks noGrp="1"/>
          </p:cNvSpPr>
          <p:nvPr>
            <p:ph type="ctrTitle"/>
          </p:nvPr>
        </p:nvSpPr>
        <p:spPr>
          <a:xfrm>
            <a:off x="384785" y="2322726"/>
            <a:ext cx="6596062" cy="2431485"/>
          </a:xfrm>
        </p:spPr>
        <p:txBody>
          <a:bodyPr anchor="b" anchorCtr="0">
            <a:noAutofit/>
          </a:bodyPr>
          <a:lstStyle>
            <a:lvl1pPr algn="l">
              <a:lnSpc>
                <a:spcPct val="90000"/>
              </a:lnSpc>
              <a:defRPr sz="5600" baseline="0">
                <a:solidFill>
                  <a:srgbClr val="004050"/>
                </a:solidFill>
                <a:latin typeface="Montserrat Black" panose="00000A00000000000000" pitchFamily="2" charset="0"/>
              </a:defRPr>
            </a:lvl1pPr>
          </a:lstStyle>
          <a:p>
            <a:r>
              <a:rPr lang="en-US" noProof="0"/>
              <a:t>Click to edit Master title style</a:t>
            </a:r>
            <a:endParaRPr lang="en-GB" noProof="0" dirty="0"/>
          </a:p>
        </p:txBody>
      </p:sp>
      <p:pic>
        <p:nvPicPr>
          <p:cNvPr id="11" name="Picture 10"/>
          <p:cNvPicPr>
            <a:picLocks noChangeAspect="1"/>
          </p:cNvPicPr>
          <p:nvPr/>
        </p:nvPicPr>
        <p:blipFill rotWithShape="1">
          <a:blip r:embed="rId2">
            <a:extLst>
              <a:ext uri="{28A0092B-C50C-407E-A947-70E740481C1C}">
                <a14:useLocalDpi xmlns:a14="http://schemas.microsoft.com/office/drawing/2010/main" val="0"/>
              </a:ext>
            </a:extLst>
          </a:blip>
          <a:srcRect t="16855" r="11010"/>
          <a:stretch/>
        </p:blipFill>
        <p:spPr>
          <a:xfrm>
            <a:off x="7171920" y="-4252"/>
            <a:ext cx="5020079" cy="5635931"/>
          </a:xfrm>
          <a:prstGeom prst="rect">
            <a:avLst/>
          </a:prstGeom>
        </p:spPr>
      </p:pic>
      <p:pic>
        <p:nvPicPr>
          <p:cNvPr id="12" name="Graphic 29">
            <a:extLst>
              <a:ext uri="{FF2B5EF4-FFF2-40B4-BE49-F238E27FC236}">
                <a16:creationId xmlns:a16="http://schemas.microsoft.com/office/drawing/2014/main" id="{572E6A4A-143B-E94B-A1BF-29C50E635AE7}"/>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0900" y="302477"/>
            <a:ext cx="2643023" cy="1610367"/>
          </a:xfrm>
          <a:prstGeom prst="rect">
            <a:avLst/>
          </a:prstGeom>
        </p:spPr>
      </p:pic>
      <p:sp>
        <p:nvSpPr>
          <p:cNvPr id="4" name="Text Placeholder 3"/>
          <p:cNvSpPr>
            <a:spLocks noGrp="1"/>
          </p:cNvSpPr>
          <p:nvPr>
            <p:ph type="body" sz="quarter" idx="10" hasCustomPrompt="1"/>
          </p:nvPr>
        </p:nvSpPr>
        <p:spPr>
          <a:xfrm>
            <a:off x="376237" y="5768975"/>
            <a:ext cx="6604609" cy="709613"/>
          </a:xfrm>
        </p:spPr>
        <p:txBody>
          <a:bodyPr/>
          <a:lstStyle>
            <a:lvl1pPr>
              <a:defRPr baseline="0"/>
            </a:lvl1pPr>
          </a:lstStyle>
          <a:p>
            <a:pPr lvl="0"/>
            <a:r>
              <a:rPr lang="en-US" dirty="0"/>
              <a:t>Subtitle here</a:t>
            </a:r>
          </a:p>
        </p:txBody>
      </p:sp>
    </p:spTree>
    <p:extLst>
      <p:ext uri="{BB962C8B-B14F-4D97-AF65-F5344CB8AC3E}">
        <p14:creationId xmlns:p14="http://schemas.microsoft.com/office/powerpoint/2010/main" val="2528784766"/>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image" Target="../media/image1.png"/><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1FB68A7-A656-A348-AE42-02B5F30E1E55}"/>
              </a:ext>
            </a:extLst>
          </p:cNvPr>
          <p:cNvSpPr>
            <a:spLocks noGrp="1"/>
          </p:cNvSpPr>
          <p:nvPr userDrawn="1">
            <p:ph type="title"/>
          </p:nvPr>
        </p:nvSpPr>
        <p:spPr>
          <a:xfrm>
            <a:off x="339971" y="562058"/>
            <a:ext cx="11517818" cy="805001"/>
          </a:xfrm>
          <a:prstGeom prst="rect">
            <a:avLst/>
          </a:prstGeom>
        </p:spPr>
        <p:txBody>
          <a:bodyPr vert="horz" lIns="0" tIns="0" rIns="0" bIns="0" rtlCol="0" anchor="t" anchorCtr="0">
            <a:noAutofit/>
          </a:bodyPr>
          <a:lstStyle/>
          <a:p>
            <a:r>
              <a:rPr lang="en-US" dirty="0"/>
              <a:t>Click to edit Master title style</a:t>
            </a:r>
            <a:endParaRPr lang="en-GB" dirty="0"/>
          </a:p>
        </p:txBody>
      </p:sp>
      <p:sp>
        <p:nvSpPr>
          <p:cNvPr id="3" name="Text Placeholder 2">
            <a:extLst>
              <a:ext uri="{FF2B5EF4-FFF2-40B4-BE49-F238E27FC236}">
                <a16:creationId xmlns:a16="http://schemas.microsoft.com/office/drawing/2014/main" id="{B623AAC1-38C0-EC41-AF66-7EC76ACCB83E}"/>
              </a:ext>
            </a:extLst>
          </p:cNvPr>
          <p:cNvSpPr>
            <a:spLocks noGrp="1"/>
          </p:cNvSpPr>
          <p:nvPr userDrawn="1">
            <p:ph type="body" idx="1"/>
          </p:nvPr>
        </p:nvSpPr>
        <p:spPr>
          <a:xfrm>
            <a:off x="341272" y="1368256"/>
            <a:ext cx="11516239" cy="4955354"/>
          </a:xfrm>
          <a:prstGeom prst="rect">
            <a:avLst/>
          </a:prstGeom>
        </p:spPr>
        <p:txBody>
          <a:bodyPr vert="horz" lIns="0" tIns="0" rIns="0" bIns="0" rtlCol="0" anchor="t" anchorCtr="0">
            <a:noAutofit/>
          </a:bodyPr>
          <a:lstStyle/>
          <a:p>
            <a:pPr lvl="0"/>
            <a:r>
              <a:rPr lang="en-US" dirty="0"/>
              <a:t>Edit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98754" y="6584738"/>
            <a:ext cx="785483" cy="180000"/>
          </a:xfrm>
          <a:prstGeom prst="rect">
            <a:avLst/>
          </a:prstGeom>
        </p:spPr>
        <p:txBody>
          <a:bodyPr vert="horz" lIns="0" tIns="0" rIns="0" bIns="0" rtlCol="0" anchor="b" anchorCtr="0"/>
          <a:lstStyle>
            <a:lvl1pPr algn="r">
              <a:defRPr sz="1000" b="1" i="0">
                <a:solidFill>
                  <a:schemeClr val="bg1">
                    <a:lumMod val="50000"/>
                  </a:schemeClr>
                </a:solidFill>
                <a:latin typeface="Montserrat" pitchFamily="2" charset="77"/>
              </a:defRPr>
            </a:lvl1pPr>
          </a:lstStyle>
          <a:p>
            <a:fld id="{EF892D59-8F09-EF4B-AD6D-DA609442F868}" type="slidenum">
              <a:rPr lang="en-GB" smtClean="0"/>
              <a:pPr/>
              <a:t>‹#›</a:t>
            </a:fld>
            <a:endParaRPr lang="en-GB" dirty="0"/>
          </a:p>
        </p:txBody>
      </p:sp>
    </p:spTree>
    <p:extLst>
      <p:ext uri="{BB962C8B-B14F-4D97-AF65-F5344CB8AC3E}">
        <p14:creationId xmlns:p14="http://schemas.microsoft.com/office/powerpoint/2010/main" val="300464794"/>
      </p:ext>
    </p:extLst>
  </p:cSld>
  <p:clrMap bg1="lt1" tx1="dk1" bg2="lt2" tx2="dk2" accent1="accent1" accent2="accent2" accent3="accent3" accent4="accent4" accent5="accent5" accent6="accent6" hlink="hlink" folHlink="folHlink"/>
  <p:sldLayoutIdLst>
    <p:sldLayoutId id="2147483811" r:id="rId1"/>
    <p:sldLayoutId id="2147483812" r:id="rId2"/>
    <p:sldLayoutId id="2147483813" r:id="rId3"/>
    <p:sldLayoutId id="2147483798" r:id="rId4"/>
    <p:sldLayoutId id="2147483806" r:id="rId5"/>
    <p:sldLayoutId id="2147483709" r:id="rId6"/>
    <p:sldLayoutId id="2147483822" r:id="rId7"/>
    <p:sldLayoutId id="2147483802" r:id="rId8"/>
    <p:sldLayoutId id="2147483792" r:id="rId9"/>
    <p:sldLayoutId id="2147483810" r:id="rId10"/>
    <p:sldLayoutId id="2147483804" r:id="rId11"/>
    <p:sldLayoutId id="2147483821" r:id="rId12"/>
    <p:sldLayoutId id="2147483824" r:id="rId13"/>
    <p:sldLayoutId id="2147483828" r:id="rId14"/>
    <p:sldLayoutId id="2147483853" r:id="rId15"/>
    <p:sldLayoutId id="2147483899" r:id="rId16"/>
    <p:sldLayoutId id="2147483832" r:id="rId17"/>
    <p:sldLayoutId id="2147483833" r:id="rId18"/>
    <p:sldLayoutId id="2147483836" r:id="rId19"/>
    <p:sldLayoutId id="2147483852" r:id="rId20"/>
    <p:sldLayoutId id="2147483900" r:id="rId21"/>
    <p:sldLayoutId id="2147483820" r:id="rId22"/>
    <p:sldLayoutId id="2147483842" r:id="rId23"/>
    <p:sldLayoutId id="2147483845" r:id="rId24"/>
    <p:sldLayoutId id="2147483851" r:id="rId25"/>
    <p:sldLayoutId id="2147483901" r:id="rId26"/>
    <p:sldLayoutId id="2147483650" r:id="rId27"/>
    <p:sldLayoutId id="2147483734" r:id="rId28"/>
    <p:sldLayoutId id="2147483796" r:id="rId29"/>
    <p:sldLayoutId id="2147483719" r:id="rId30"/>
    <p:sldLayoutId id="2147483721" r:id="rId31"/>
    <p:sldLayoutId id="2147483724" r:id="rId32"/>
    <p:sldLayoutId id="2147483797" r:id="rId33"/>
    <p:sldLayoutId id="2147483814" r:id="rId34"/>
    <p:sldLayoutId id="2147483902" r:id="rId35"/>
    <p:sldLayoutId id="2147483903" r:id="rId36"/>
    <p:sldLayoutId id="2147483904" r:id="rId37"/>
  </p:sldLayoutIdLst>
  <p:hf hdr="0" ftr="0" dt="0"/>
  <p:txStyles>
    <p:titleStyle>
      <a:lvl1pPr algn="l" defTabSz="914400" rtl="0" eaLnBrk="1" latinLnBrk="0" hangingPunct="1">
        <a:lnSpc>
          <a:spcPct val="100000"/>
        </a:lnSpc>
        <a:spcBef>
          <a:spcPct val="0"/>
        </a:spcBef>
        <a:buNone/>
        <a:defRPr sz="3600" b="0" i="0" kern="1200" cap="none" baseline="0">
          <a:solidFill>
            <a:schemeClr val="tx1"/>
          </a:solidFill>
          <a:latin typeface="Montserrat Black" panose="00000A00000000000000" pitchFamily="2" charset="0"/>
          <a:ea typeface="+mj-ea"/>
          <a:cs typeface="+mj-cs"/>
        </a:defRPr>
      </a:lvl1pPr>
    </p:titleStyle>
    <p:bodyStyle>
      <a:lvl1pPr marL="0" indent="0" algn="l" defTabSz="914400" rtl="0" eaLnBrk="1" latinLnBrk="0" hangingPunct="1">
        <a:lnSpc>
          <a:spcPct val="100000"/>
        </a:lnSpc>
        <a:spcBef>
          <a:spcPts val="0"/>
        </a:spcBef>
        <a:spcAft>
          <a:spcPts val="650"/>
        </a:spcAft>
        <a:buSzPct val="115000"/>
        <a:buFontTx/>
        <a:buNone/>
        <a:defRPr sz="2000" b="0" i="0" kern="1200">
          <a:solidFill>
            <a:schemeClr val="tx1"/>
          </a:solidFill>
          <a:latin typeface="Montserrat" pitchFamily="2" charset="77"/>
          <a:ea typeface="+mn-ea"/>
          <a:cs typeface="+mn-cs"/>
        </a:defRPr>
      </a:lvl1pPr>
      <a:lvl2pPr marL="355600" indent="-266700" algn="l" defTabSz="914400" rtl="0" eaLnBrk="1" latinLnBrk="0" hangingPunct="1">
        <a:lnSpc>
          <a:spcPct val="100000"/>
        </a:lnSpc>
        <a:spcBef>
          <a:spcPts val="0"/>
        </a:spcBef>
        <a:spcAft>
          <a:spcPts val="650"/>
        </a:spcAft>
        <a:buSzPct val="125000"/>
        <a:buFontTx/>
        <a:buBlip>
          <a:blip r:embed="rId39"/>
        </a:buBlip>
        <a:tabLst/>
        <a:defRPr sz="2000" b="0" kern="1200">
          <a:solidFill>
            <a:schemeClr val="tx1"/>
          </a:solidFill>
          <a:latin typeface="Montserrat" pitchFamily="2" charset="77"/>
          <a:ea typeface="+mn-ea"/>
          <a:cs typeface="+mn-cs"/>
        </a:defRPr>
      </a:lvl2pPr>
      <a:lvl3pPr marL="355600" indent="-266700" algn="l" defTabSz="914400" rtl="0" eaLnBrk="1" latinLnBrk="0" hangingPunct="1">
        <a:lnSpc>
          <a:spcPct val="100000"/>
        </a:lnSpc>
        <a:spcBef>
          <a:spcPts val="0"/>
        </a:spcBef>
        <a:spcAft>
          <a:spcPts val="650"/>
        </a:spcAft>
        <a:buSzPct val="120000"/>
        <a:buFontTx/>
        <a:buBlip>
          <a:blip r:embed="rId39"/>
        </a:buBlip>
        <a:tabLst/>
        <a:defRPr sz="2000" b="0" i="0" kern="1200">
          <a:solidFill>
            <a:schemeClr val="tx1"/>
          </a:solidFill>
          <a:latin typeface="Montserrat" pitchFamily="2" charset="77"/>
          <a:ea typeface="+mn-ea"/>
          <a:cs typeface="+mn-cs"/>
        </a:defRPr>
      </a:lvl3pPr>
      <a:lvl4pPr marL="355600" indent="-266700" algn="l" defTabSz="914400" rtl="0" eaLnBrk="1" latinLnBrk="0" hangingPunct="1">
        <a:lnSpc>
          <a:spcPct val="100000"/>
        </a:lnSpc>
        <a:spcBef>
          <a:spcPts val="0"/>
        </a:spcBef>
        <a:spcAft>
          <a:spcPts val="650"/>
        </a:spcAft>
        <a:buSzPct val="120000"/>
        <a:buFontTx/>
        <a:buBlip>
          <a:blip r:embed="rId39"/>
        </a:buBlip>
        <a:tabLst/>
        <a:defRPr sz="2000" b="0" kern="1200">
          <a:solidFill>
            <a:schemeClr val="tx1"/>
          </a:solidFill>
          <a:latin typeface="Montserrat" pitchFamily="2" charset="77"/>
          <a:ea typeface="+mn-ea"/>
          <a:cs typeface="+mn-cs"/>
        </a:defRPr>
      </a:lvl4pPr>
      <a:lvl5pPr marL="355600" indent="-266700" algn="l" defTabSz="914400" rtl="0" eaLnBrk="1" latinLnBrk="0" hangingPunct="1">
        <a:lnSpc>
          <a:spcPct val="100000"/>
        </a:lnSpc>
        <a:spcBef>
          <a:spcPts val="0"/>
        </a:spcBef>
        <a:spcAft>
          <a:spcPts val="650"/>
        </a:spcAft>
        <a:buSzPct val="125000"/>
        <a:buFontTx/>
        <a:buBlip>
          <a:blip r:embed="rId39"/>
        </a:buBlip>
        <a:tabLst/>
        <a:defRPr sz="2000" b="0" kern="1200">
          <a:solidFill>
            <a:schemeClr val="tx1"/>
          </a:solidFill>
          <a:latin typeface="Montserrat"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38" userDrawn="1">
          <p15:clr>
            <a:srgbClr val="F26B43"/>
          </p15:clr>
        </p15:guide>
        <p15:guide id="2" orient="horz" pos="4081" userDrawn="1">
          <p15:clr>
            <a:srgbClr val="F26B43"/>
          </p15:clr>
        </p15:guide>
        <p15:guide id="3" pos="237" userDrawn="1">
          <p15:clr>
            <a:srgbClr val="F26B43"/>
          </p15:clr>
        </p15:guide>
        <p15:guide id="4" pos="732" userDrawn="1">
          <p15:clr>
            <a:srgbClr val="F26B43"/>
          </p15:clr>
        </p15:guide>
        <p15:guide id="5" pos="850" userDrawn="1">
          <p15:clr>
            <a:srgbClr val="F26B43"/>
          </p15:clr>
        </p15:guide>
        <p15:guide id="6" pos="1345" userDrawn="1">
          <p15:clr>
            <a:srgbClr val="F26B43"/>
          </p15:clr>
        </p15:guide>
        <p15:guide id="7" pos="1460" userDrawn="1">
          <p15:clr>
            <a:srgbClr val="F26B43"/>
          </p15:clr>
        </p15:guide>
        <p15:guide id="8" pos="1954" userDrawn="1">
          <p15:clr>
            <a:srgbClr val="F26B43"/>
          </p15:clr>
        </p15:guide>
        <p15:guide id="9" pos="2069" userDrawn="1">
          <p15:clr>
            <a:srgbClr val="F26B43"/>
          </p15:clr>
        </p15:guide>
        <p15:guide id="10" pos="2564" userDrawn="1">
          <p15:clr>
            <a:srgbClr val="F26B43"/>
          </p15:clr>
        </p15:guide>
        <p15:guide id="11" pos="2683" userDrawn="1">
          <p15:clr>
            <a:srgbClr val="F26B43"/>
          </p15:clr>
        </p15:guide>
        <p15:guide id="12" pos="3173" userDrawn="1">
          <p15:clr>
            <a:srgbClr val="F26B43"/>
          </p15:clr>
        </p15:guide>
        <p15:guide id="13" pos="3288" userDrawn="1">
          <p15:clr>
            <a:srgbClr val="F26B43"/>
          </p15:clr>
        </p15:guide>
        <p15:guide id="14" pos="3782" userDrawn="1">
          <p15:clr>
            <a:srgbClr val="F26B43"/>
          </p15:clr>
        </p15:guide>
        <p15:guide id="15" pos="3897" userDrawn="1">
          <p15:clr>
            <a:srgbClr val="F26B43"/>
          </p15:clr>
        </p15:guide>
        <p15:guide id="16" pos="4392" userDrawn="1">
          <p15:clr>
            <a:srgbClr val="F26B43"/>
          </p15:clr>
        </p15:guide>
        <p15:guide id="17" pos="4506" userDrawn="1">
          <p15:clr>
            <a:srgbClr val="F26B43"/>
          </p15:clr>
        </p15:guide>
        <p15:guide id="18" pos="5001" userDrawn="1">
          <p15:clr>
            <a:srgbClr val="F26B43"/>
          </p15:clr>
        </p15:guide>
        <p15:guide id="19" pos="5115" userDrawn="1">
          <p15:clr>
            <a:srgbClr val="F26B43"/>
          </p15:clr>
        </p15:guide>
        <p15:guide id="20" pos="5610" userDrawn="1">
          <p15:clr>
            <a:srgbClr val="F26B43"/>
          </p15:clr>
        </p15:guide>
        <p15:guide id="21" pos="5725" userDrawn="1">
          <p15:clr>
            <a:srgbClr val="F26B43"/>
          </p15:clr>
        </p15:guide>
        <p15:guide id="22" pos="6220" userDrawn="1">
          <p15:clr>
            <a:srgbClr val="F26B43"/>
          </p15:clr>
        </p15:guide>
        <p15:guide id="23" pos="6334" userDrawn="1">
          <p15:clr>
            <a:srgbClr val="F26B43"/>
          </p15:clr>
        </p15:guide>
        <p15:guide id="24" pos="6829" userDrawn="1">
          <p15:clr>
            <a:srgbClr val="F26B43"/>
          </p15:clr>
        </p15:guide>
        <p15:guide id="25" pos="6943" userDrawn="1">
          <p15:clr>
            <a:srgbClr val="F26B43"/>
          </p15:clr>
        </p15:guide>
        <p15:guide id="26" pos="7438" userDrawn="1">
          <p15:clr>
            <a:srgbClr val="F26B43"/>
          </p15:clr>
        </p15:guide>
        <p15:guide id="27" pos="3840" userDrawn="1">
          <p15:clr>
            <a:srgbClr val="9FCC3B"/>
          </p15:clr>
        </p15:guide>
        <p15:guide id="28" orient="horz" pos="2160" userDrawn="1">
          <p15:clr>
            <a:srgbClr val="9FCC3B"/>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7.xml"/></Relationships>
</file>

<file path=ppt/slides/_rels/slide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xml"/><Relationship Id="rId1" Type="http://schemas.openxmlformats.org/officeDocument/2006/relationships/slideLayout" Target="../slideLayouts/slideLayout18.xml"/><Relationship Id="rId4" Type="http://schemas.openxmlformats.org/officeDocument/2006/relationships/image" Target="../media/image14.sv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7.xml"/></Relationships>
</file>

<file path=ppt/slides/_rels/slide4.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4.xml"/><Relationship Id="rId1" Type="http://schemas.openxmlformats.org/officeDocument/2006/relationships/slideLayout" Target="../slideLayouts/slideLayout27.xml"/><Relationship Id="rId4" Type="http://schemas.openxmlformats.org/officeDocument/2006/relationships/image" Target="../media/image15.wmf"/></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7.xml"/></Relationships>
</file>

<file path=ppt/slides/_rels/slide6.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notesSlide" Target="../notesSlides/notesSlide6.xml"/><Relationship Id="rId1" Type="http://schemas.openxmlformats.org/officeDocument/2006/relationships/slideLayout" Target="../slideLayouts/slideLayout27.xml"/><Relationship Id="rId4" Type="http://schemas.openxmlformats.org/officeDocument/2006/relationships/image" Target="../media/image16.png"/></Relationships>
</file>

<file path=ppt/slides/_rels/slide7.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notesSlide" Target="../notesSlides/notesSlide7.xml"/><Relationship Id="rId1" Type="http://schemas.openxmlformats.org/officeDocument/2006/relationships/slideLayout" Target="../slideLayouts/slideLayout27.xml"/><Relationship Id="rId4" Type="http://schemas.openxmlformats.org/officeDocument/2006/relationships/image" Target="../media/image17.png"/></Relationships>
</file>

<file path=ppt/slides/_rels/slide8.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notesSlide" Target="../notesSlides/notesSlide8.xml"/><Relationship Id="rId1" Type="http://schemas.openxmlformats.org/officeDocument/2006/relationships/slideLayout" Target="../slideLayouts/slideLayout27.xml"/><Relationship Id="rId4" Type="http://schemas.openxmlformats.org/officeDocument/2006/relationships/image" Target="../media/image18.png"/></Relationships>
</file>

<file path=ppt/slides/_rels/slide9.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notesSlide" Target="../notesSlides/notesSlide9.xml"/><Relationship Id="rId1" Type="http://schemas.openxmlformats.org/officeDocument/2006/relationships/slideLayout" Target="../slideLayouts/slideLayout27.xml"/><Relationship Id="rId4" Type="http://schemas.openxmlformats.org/officeDocument/2006/relationships/image" Target="../media/image19.wmf"/></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0.xml"/><Relationship Id="rId1" Type="http://schemas.openxmlformats.org/officeDocument/2006/relationships/slideLayout" Target="../slideLayouts/slideLayout18.xml"/><Relationship Id="rId4" Type="http://schemas.openxmlformats.org/officeDocument/2006/relationships/image" Target="../media/image14.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Title 1"/>
          <p:cNvSpPr>
            <a:spLocks noGrp="1"/>
          </p:cNvSpPr>
          <p:nvPr>
            <p:ph type="ctrTitle"/>
          </p:nvPr>
        </p:nvSpPr>
        <p:spPr>
          <a:xfrm>
            <a:off x="384785" y="1750071"/>
            <a:ext cx="6596062" cy="2431485"/>
          </a:xfrm>
        </p:spPr>
        <p:txBody>
          <a:bodyPr>
            <a:normAutofit/>
          </a:bodyPr>
          <a:lstStyle/>
          <a:p>
            <a:r>
              <a:rPr lang="en-GB" dirty="0">
                <a:solidFill>
                  <a:srgbClr val="004050"/>
                </a:solidFill>
              </a:rPr>
              <a:t>Python 3 Programming</a:t>
            </a:r>
            <a:endParaRPr lang="en-US" dirty="0">
              <a:solidFill>
                <a:srgbClr val="004050"/>
              </a:solidFill>
              <a:latin typeface="Arial" charset="0"/>
              <a:cs typeface="Arial" charset="0"/>
            </a:endParaRPr>
          </a:p>
        </p:txBody>
      </p:sp>
      <p:sp>
        <p:nvSpPr>
          <p:cNvPr id="4099" name="Subtitle 2"/>
          <p:cNvSpPr>
            <a:spLocks noGrp="1"/>
          </p:cNvSpPr>
          <p:nvPr>
            <p:ph type="body" sz="quarter" idx="10"/>
          </p:nvPr>
        </p:nvSpPr>
        <p:spPr>
          <a:xfrm>
            <a:off x="384785" y="4401993"/>
            <a:ext cx="6604609" cy="709613"/>
          </a:xfrm>
        </p:spPr>
        <p:txBody>
          <a:bodyPr/>
          <a:lstStyle/>
          <a:p>
            <a:r>
              <a:rPr lang="en-GB" sz="2400" dirty="0">
                <a:solidFill>
                  <a:srgbClr val="004050"/>
                </a:solidFill>
                <a:latin typeface="+mn-lt"/>
              </a:rPr>
              <a:t>Appendix</a:t>
            </a:r>
          </a:p>
          <a:p>
            <a:r>
              <a:rPr lang="en-GB" sz="2400" b="1" dirty="0">
                <a:solidFill>
                  <a:srgbClr val="004050"/>
                </a:solidFill>
                <a:latin typeface="+mn-lt"/>
                <a:cs typeface="Arial" charset="0"/>
              </a:rPr>
              <a:t>Introduction to Tk</a:t>
            </a:r>
            <a:endParaRPr lang="en-US" sz="2400" b="1" dirty="0">
              <a:solidFill>
                <a:srgbClr val="004050"/>
              </a:solidFill>
              <a:latin typeface="+mn-lt"/>
              <a:cs typeface="Arial" charset="0"/>
            </a:endParaRPr>
          </a:p>
        </p:txBody>
      </p:sp>
    </p:spTree>
    <p:extLst>
      <p:ext uri="{BB962C8B-B14F-4D97-AF65-F5344CB8AC3E}">
        <p14:creationId xmlns:p14="http://schemas.microsoft.com/office/powerpoint/2010/main" val="54357456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ChangeArrowheads="1"/>
          </p:cNvSpPr>
          <p:nvPr/>
        </p:nvSpPr>
        <p:spPr bwMode="auto">
          <a:xfrm>
            <a:off x="2209800" y="6248400"/>
            <a:ext cx="1905000" cy="4572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a:tailEnd/>
              </a14:hiddenLine>
            </a:ext>
          </a:extLst>
        </p:spPr>
        <p:txBody>
          <a:bodyPr wrap="none" anchor="ctr"/>
          <a:lstStyle/>
          <a:p>
            <a:endParaRPr lang="en-US"/>
          </a:p>
        </p:txBody>
      </p:sp>
      <p:sp>
        <p:nvSpPr>
          <p:cNvPr id="4099" name="Rectangle 3"/>
          <p:cNvSpPr>
            <a:spLocks noChangeArrowheads="1"/>
          </p:cNvSpPr>
          <p:nvPr/>
        </p:nvSpPr>
        <p:spPr bwMode="auto">
          <a:xfrm>
            <a:off x="4648200" y="6248400"/>
            <a:ext cx="2895600" cy="4572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a:tailEnd/>
              </a14:hiddenLine>
            </a:ext>
          </a:extLst>
        </p:spPr>
        <p:txBody>
          <a:bodyPr wrap="none" anchor="ctr"/>
          <a:lstStyle/>
          <a:p>
            <a:endParaRPr lang="en-US"/>
          </a:p>
        </p:txBody>
      </p:sp>
      <p:sp>
        <p:nvSpPr>
          <p:cNvPr id="4101" name="Rectangle 5"/>
          <p:cNvSpPr>
            <a:spLocks noGrp="1" noChangeArrowheads="1"/>
          </p:cNvSpPr>
          <p:nvPr>
            <p:ph type="body" sz="quarter" idx="10"/>
          </p:nvPr>
        </p:nvSpPr>
        <p:spPr>
          <a:xfrm>
            <a:off x="216816" y="1349984"/>
            <a:ext cx="3611700" cy="2751998"/>
          </a:xfrm>
        </p:spPr>
        <p:txBody>
          <a:bodyPr/>
          <a:lstStyle/>
          <a:p>
            <a:r>
              <a:rPr lang="en-GB" sz="3200" dirty="0"/>
              <a:t>Introduction to Tk</a:t>
            </a:r>
          </a:p>
        </p:txBody>
      </p:sp>
      <p:sp>
        <p:nvSpPr>
          <p:cNvPr id="2" name="Text Placeholder 1">
            <a:extLst>
              <a:ext uri="{FF2B5EF4-FFF2-40B4-BE49-F238E27FC236}">
                <a16:creationId xmlns:a16="http://schemas.microsoft.com/office/drawing/2014/main" id="{CA423F4F-FCDE-4A5E-B498-9F744E079E9E}"/>
              </a:ext>
            </a:extLst>
          </p:cNvPr>
          <p:cNvSpPr>
            <a:spLocks noGrp="1"/>
          </p:cNvSpPr>
          <p:nvPr>
            <p:ph type="body" sz="quarter" idx="15"/>
          </p:nvPr>
        </p:nvSpPr>
        <p:spPr>
          <a:xfrm>
            <a:off x="5037138" y="963485"/>
            <a:ext cx="5803900" cy="4094163"/>
          </a:xfrm>
        </p:spPr>
        <p:txBody>
          <a:bodyPr/>
          <a:lstStyle/>
          <a:p>
            <a:pPr marL="342900" indent="-342900">
              <a:spcBef>
                <a:spcPts val="600"/>
              </a:spcBef>
              <a:buFont typeface="Arial" panose="020B0604020202020204" pitchFamily="34" charset="0"/>
              <a:buChar char="•"/>
            </a:pPr>
            <a:r>
              <a:rPr lang="en-GB" dirty="0"/>
              <a:t>Graphical User Interfaces</a:t>
            </a:r>
          </a:p>
          <a:p>
            <a:pPr marL="342900" indent="-342900">
              <a:spcBef>
                <a:spcPts val="600"/>
              </a:spcBef>
              <a:buFont typeface="Arial" panose="020B0604020202020204" pitchFamily="34" charset="0"/>
              <a:buChar char="•"/>
            </a:pPr>
            <a:r>
              <a:rPr lang="en-GB" dirty="0"/>
              <a:t>Overview of Python Tk</a:t>
            </a:r>
          </a:p>
          <a:p>
            <a:pPr marL="342900" indent="-342900">
              <a:spcBef>
                <a:spcPts val="600"/>
              </a:spcBef>
              <a:buFont typeface="Arial" panose="020B0604020202020204" pitchFamily="34" charset="0"/>
              <a:buChar char="•"/>
            </a:pPr>
            <a:r>
              <a:rPr lang="en-GB" b="1" dirty="0"/>
              <a:t>Requirements for Python Tk</a:t>
            </a:r>
          </a:p>
          <a:p>
            <a:pPr marL="536575" lvl="1" indent="-179388">
              <a:spcBef>
                <a:spcPts val="600"/>
              </a:spcBef>
              <a:tabLst>
                <a:tab pos="442913" algn="l"/>
                <a:tab pos="990600" algn="l"/>
              </a:tabLst>
            </a:pPr>
            <a:r>
              <a:rPr lang="en-GB" dirty="0"/>
              <a:t>Named arguments</a:t>
            </a:r>
          </a:p>
          <a:p>
            <a:pPr marL="536575" lvl="1" indent="-179388">
              <a:spcBef>
                <a:spcPts val="600"/>
              </a:spcBef>
              <a:tabLst>
                <a:tab pos="442913" algn="l"/>
                <a:tab pos="990600" algn="l"/>
              </a:tabLst>
            </a:pPr>
            <a:r>
              <a:rPr lang="en-GB" dirty="0"/>
              <a:t>Subroutine references</a:t>
            </a:r>
          </a:p>
          <a:p>
            <a:pPr marL="536575" lvl="1" indent="-179388">
              <a:spcBef>
                <a:spcPts val="600"/>
              </a:spcBef>
              <a:tabLst>
                <a:tab pos="442913" algn="l"/>
                <a:tab pos="990600" algn="l"/>
              </a:tabLst>
            </a:pPr>
            <a:r>
              <a:rPr lang="en-GB" dirty="0"/>
              <a:t>Closures</a:t>
            </a:r>
          </a:p>
          <a:p>
            <a:pPr marL="342900" indent="-342900">
              <a:spcBef>
                <a:spcPts val="600"/>
              </a:spcBef>
              <a:buFont typeface="Arial" panose="020B0604020202020204" pitchFamily="34" charset="0"/>
              <a:buChar char="•"/>
            </a:pPr>
            <a:r>
              <a:rPr lang="en-GB" b="1" dirty="0"/>
              <a:t>Tk design</a:t>
            </a:r>
          </a:p>
          <a:p>
            <a:pPr marL="536575" lvl="1" indent="-179388">
              <a:spcBef>
                <a:spcPts val="600"/>
              </a:spcBef>
              <a:tabLst>
                <a:tab pos="442913" algn="l"/>
                <a:tab pos="990600" algn="l"/>
              </a:tabLst>
            </a:pPr>
            <a:r>
              <a:rPr lang="en-GB" dirty="0"/>
              <a:t>Event-driven</a:t>
            </a:r>
          </a:p>
          <a:p>
            <a:pPr marL="536575" lvl="1" indent="-179388">
              <a:spcBef>
                <a:spcPts val="600"/>
              </a:spcBef>
              <a:tabLst>
                <a:tab pos="442913" algn="l"/>
                <a:tab pos="990600" algn="l"/>
              </a:tabLst>
            </a:pPr>
            <a:r>
              <a:rPr lang="en-GB" dirty="0"/>
              <a:t>Widget hierarchy</a:t>
            </a:r>
          </a:p>
          <a:p>
            <a:pPr marL="536575" lvl="1" indent="-179388">
              <a:spcBef>
                <a:spcPts val="600"/>
              </a:spcBef>
              <a:tabLst>
                <a:tab pos="442913" algn="l"/>
                <a:tab pos="990600" algn="l"/>
              </a:tabLst>
            </a:pPr>
            <a:r>
              <a:rPr lang="en-GB" dirty="0"/>
              <a:t>Dynamic widget size &amp; position</a:t>
            </a:r>
          </a:p>
          <a:p>
            <a:pPr>
              <a:spcBef>
                <a:spcPts val="600"/>
              </a:spcBef>
            </a:pPr>
            <a:endParaRPr lang="en-GB" dirty="0"/>
          </a:p>
          <a:p>
            <a:pPr>
              <a:spcBef>
                <a:spcPts val="600"/>
              </a:spcBef>
            </a:pPr>
            <a:endParaRPr lang="en-GB" dirty="0"/>
          </a:p>
        </p:txBody>
      </p:sp>
      <p:pic>
        <p:nvPicPr>
          <p:cNvPr id="5" name="Graphic 31">
            <a:extLst>
              <a:ext uri="{FF2B5EF4-FFF2-40B4-BE49-F238E27FC236}">
                <a16:creationId xmlns:a16="http://schemas.microsoft.com/office/drawing/2014/main" id="{0296CC09-64FC-6D2A-B49D-5FA015903BAC}"/>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69739" y="377825"/>
            <a:ext cx="738525" cy="522000"/>
          </a:xfrm>
          <a:prstGeom prst="rect">
            <a:avLst/>
          </a:prstGeom>
        </p:spPr>
      </p:pic>
      <p:sp>
        <p:nvSpPr>
          <p:cNvPr id="3" name="Slide Number Placeholder 2">
            <a:extLst>
              <a:ext uri="{FF2B5EF4-FFF2-40B4-BE49-F238E27FC236}">
                <a16:creationId xmlns:a16="http://schemas.microsoft.com/office/drawing/2014/main" id="{A8236A83-15ED-C5E4-929B-86A4C472E686}"/>
              </a:ext>
            </a:extLst>
          </p:cNvPr>
          <p:cNvSpPr>
            <a:spLocks noGrp="1"/>
          </p:cNvSpPr>
          <p:nvPr>
            <p:ph type="sldNum" sz="quarter" idx="4"/>
          </p:nvPr>
        </p:nvSpPr>
        <p:spPr/>
        <p:txBody>
          <a:bodyPr/>
          <a:lstStyle/>
          <a:p>
            <a:fld id="{EF892D59-8F09-EF4B-AD6D-DA609442F868}" type="slidenum">
              <a:rPr lang="en-GB" smtClean="0"/>
              <a:pPr/>
              <a:t>2</a:t>
            </a:fld>
            <a:endParaRPr lang="en-GB" dirty="0"/>
          </a:p>
        </p:txBody>
      </p:sp>
    </p:spTree>
    <p:extLst>
      <p:ext uri="{BB962C8B-B14F-4D97-AF65-F5344CB8AC3E}">
        <p14:creationId xmlns:p14="http://schemas.microsoft.com/office/powerpoint/2010/main" val="959244813"/>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962140" y="288680"/>
            <a:ext cx="11517818" cy="805001"/>
          </a:xfrm>
        </p:spPr>
        <p:txBody>
          <a:bodyPr/>
          <a:lstStyle/>
          <a:p>
            <a:pPr eaLnBrk="1" hangingPunct="1"/>
            <a:r>
              <a:rPr lang="en-US" dirty="0"/>
              <a:t>Graphical user interfaces from Python</a:t>
            </a:r>
          </a:p>
        </p:txBody>
      </p:sp>
      <p:sp>
        <p:nvSpPr>
          <p:cNvPr id="5123" name="Rectangle 3"/>
          <p:cNvSpPr>
            <a:spLocks noGrp="1" noChangeArrowheads="1"/>
          </p:cNvSpPr>
          <p:nvPr>
            <p:ph idx="1"/>
          </p:nvPr>
        </p:nvSpPr>
        <p:spPr/>
        <p:txBody>
          <a:bodyPr>
            <a:normAutofit lnSpcReduction="10000"/>
          </a:bodyPr>
          <a:lstStyle/>
          <a:p>
            <a:pPr marL="342900" indent="-342900">
              <a:buFont typeface="Arial" panose="020B0604020202020204" pitchFamily="34" charset="0"/>
              <a:buChar char="•"/>
            </a:pPr>
            <a:r>
              <a:rPr lang="en-US" b="1" dirty="0"/>
              <a:t>Python supports various GUI extensions</a:t>
            </a:r>
          </a:p>
          <a:p>
            <a:pPr marL="715963" lvl="1" indent="-357188">
              <a:buFont typeface="Arial" panose="020B0604020202020204" pitchFamily="34" charset="0"/>
              <a:buChar char="•"/>
            </a:pPr>
            <a:r>
              <a:rPr lang="en-US" dirty="0"/>
              <a:t>X11</a:t>
            </a:r>
          </a:p>
          <a:p>
            <a:pPr marL="715963" lvl="1" indent="-357188">
              <a:buFont typeface="Arial" panose="020B0604020202020204" pitchFamily="34" charset="0"/>
              <a:buChar char="•"/>
            </a:pPr>
            <a:r>
              <a:rPr lang="en-US" dirty="0"/>
              <a:t>Win32</a:t>
            </a:r>
          </a:p>
          <a:p>
            <a:pPr marL="715963" lvl="1" indent="-357188">
              <a:buFont typeface="Arial" panose="020B0604020202020204" pitchFamily="34" charset="0"/>
              <a:buChar char="•"/>
            </a:pPr>
            <a:r>
              <a:rPr lang="en-US" dirty="0"/>
              <a:t>Macintosh</a:t>
            </a:r>
          </a:p>
          <a:p>
            <a:pPr marL="715963" lvl="1" indent="-357188">
              <a:buFont typeface="Arial" panose="020B0604020202020204" pitchFamily="34" charset="0"/>
              <a:buChar char="•"/>
            </a:pPr>
            <a:r>
              <a:rPr lang="en-US" dirty="0" err="1"/>
              <a:t>Gtk</a:t>
            </a:r>
            <a:r>
              <a:rPr lang="en-US" dirty="0"/>
              <a:t> (X specific)</a:t>
            </a:r>
          </a:p>
          <a:p>
            <a:pPr marL="715963" lvl="1" indent="-357188">
              <a:buFont typeface="Arial" panose="020B0604020202020204" pitchFamily="34" charset="0"/>
              <a:buChar char="•"/>
            </a:pPr>
            <a:r>
              <a:rPr lang="en-US" dirty="0"/>
              <a:t>Tk</a:t>
            </a:r>
          </a:p>
          <a:p>
            <a:pPr marL="715963" lvl="1" indent="-357188">
              <a:buFont typeface="Arial" panose="020B0604020202020204" pitchFamily="34" charset="0"/>
              <a:buChar char="•"/>
            </a:pPr>
            <a:r>
              <a:rPr lang="en-US" dirty="0"/>
              <a:t>Qt</a:t>
            </a:r>
          </a:p>
          <a:p>
            <a:pPr marL="358775" lvl="1" indent="0">
              <a:buNone/>
            </a:pPr>
            <a:endParaRPr lang="en-US" dirty="0"/>
          </a:p>
          <a:p>
            <a:pPr marL="342900" indent="-342900">
              <a:buFont typeface="Arial" panose="020B0604020202020204" pitchFamily="34" charset="0"/>
              <a:buChar char="•"/>
            </a:pPr>
            <a:r>
              <a:rPr lang="en-US" b="1" dirty="0"/>
              <a:t>Tk is most commonly used</a:t>
            </a:r>
          </a:p>
          <a:p>
            <a:pPr marL="715963" lvl="1" indent="-357188">
              <a:buFont typeface="Arial" panose="020B0604020202020204" pitchFamily="34" charset="0"/>
              <a:buChar char="•"/>
            </a:pPr>
            <a:r>
              <a:rPr lang="en-US" dirty="0" err="1"/>
              <a:t>Tkinter</a:t>
            </a:r>
            <a:r>
              <a:rPr lang="en-US" dirty="0"/>
              <a:t> on Python 2, </a:t>
            </a:r>
            <a:r>
              <a:rPr lang="en-US" dirty="0" err="1"/>
              <a:t>tkinter</a:t>
            </a:r>
            <a:r>
              <a:rPr lang="en-US" dirty="0"/>
              <a:t> on Python 3</a:t>
            </a:r>
          </a:p>
          <a:p>
            <a:pPr marL="715963" lvl="1" indent="-357188">
              <a:buFont typeface="Arial" panose="020B0604020202020204" pitchFamily="34" charset="0"/>
              <a:buChar char="•"/>
            </a:pPr>
            <a:r>
              <a:rPr lang="en-US" dirty="0"/>
              <a:t>Portable across UNIX and Windows</a:t>
            </a:r>
          </a:p>
          <a:p>
            <a:pPr marL="715963" lvl="1" indent="-357188">
              <a:buFont typeface="Arial" panose="020B0604020202020204" pitchFamily="34" charset="0"/>
              <a:buChar char="•"/>
            </a:pPr>
            <a:r>
              <a:rPr lang="en-US" dirty="0"/>
              <a:t>Based on </a:t>
            </a:r>
            <a:r>
              <a:rPr lang="en-US" dirty="0" err="1"/>
              <a:t>tcl</a:t>
            </a:r>
            <a:r>
              <a:rPr lang="en-US" dirty="0"/>
              <a:t>/Tk toolkit</a:t>
            </a:r>
          </a:p>
          <a:p>
            <a:pPr marL="715963" lvl="1" indent="-357188">
              <a:buFont typeface="Arial" panose="020B0604020202020204" pitchFamily="34" charset="0"/>
              <a:buChar char="•"/>
            </a:pPr>
            <a:r>
              <a:rPr lang="en-US" dirty="0"/>
              <a:t>Object-oriented interface</a:t>
            </a:r>
          </a:p>
        </p:txBody>
      </p:sp>
      <p:sp>
        <p:nvSpPr>
          <p:cNvPr id="2" name="Slide Number Placeholder 1">
            <a:extLst>
              <a:ext uri="{FF2B5EF4-FFF2-40B4-BE49-F238E27FC236}">
                <a16:creationId xmlns:a16="http://schemas.microsoft.com/office/drawing/2014/main" id="{A81420C5-D792-5FDB-C8FE-10F5EBEC533F}"/>
              </a:ext>
            </a:extLst>
          </p:cNvPr>
          <p:cNvSpPr>
            <a:spLocks noGrp="1"/>
          </p:cNvSpPr>
          <p:nvPr>
            <p:ph type="sldNum" sz="quarter" idx="4"/>
          </p:nvPr>
        </p:nvSpPr>
        <p:spPr/>
        <p:txBody>
          <a:bodyPr/>
          <a:lstStyle/>
          <a:p>
            <a:fld id="{EF892D59-8F09-EF4B-AD6D-DA609442F868}" type="slidenum">
              <a:rPr lang="en-GB" smtClean="0"/>
              <a:pPr/>
              <a:t>3</a:t>
            </a:fld>
            <a:endParaRPr lang="en-GB" dirty="0"/>
          </a:p>
        </p:txBody>
      </p:sp>
    </p:spTree>
    <p:extLst>
      <p:ext uri="{BB962C8B-B14F-4D97-AF65-F5344CB8AC3E}">
        <p14:creationId xmlns:p14="http://schemas.microsoft.com/office/powerpoint/2010/main" val="20286030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a:xfrm>
            <a:off x="999848" y="350700"/>
            <a:ext cx="11517818" cy="805001"/>
          </a:xfrm>
        </p:spPr>
        <p:txBody>
          <a:bodyPr/>
          <a:lstStyle/>
          <a:p>
            <a:pPr eaLnBrk="1" hangingPunct="1"/>
            <a:r>
              <a:rPr lang="en-US" dirty="0"/>
              <a:t>A simple example</a:t>
            </a:r>
          </a:p>
        </p:txBody>
      </p:sp>
      <p:graphicFrame>
        <p:nvGraphicFramePr>
          <p:cNvPr id="6150" name="Object 6"/>
          <p:cNvGraphicFramePr>
            <a:graphicFrameLocks noGrp="1" noChangeAspect="1"/>
          </p:cNvGraphicFramePr>
          <p:nvPr>
            <p:ph idx="1"/>
            <p:extLst>
              <p:ext uri="{D42A27DB-BD31-4B8C-83A1-F6EECF244321}">
                <p14:modId xmlns:p14="http://schemas.microsoft.com/office/powerpoint/2010/main" val="1789312133"/>
              </p:ext>
            </p:extLst>
          </p:nvPr>
        </p:nvGraphicFramePr>
        <p:xfrm>
          <a:off x="7416455" y="2006961"/>
          <a:ext cx="2057400" cy="933450"/>
        </p:xfrm>
        <a:graphic>
          <a:graphicData uri="http://schemas.openxmlformats.org/presentationml/2006/ole">
            <mc:AlternateContent xmlns:mc="http://schemas.openxmlformats.org/markup-compatibility/2006">
              <mc:Choice xmlns:v="urn:schemas-microsoft-com:vml" Requires="v">
                <p:oleObj name="Bitmap Image" r:id="rId3" imgW="2057400" imgH="933480" progId="Paint.Picture">
                  <p:embed/>
                </p:oleObj>
              </mc:Choice>
              <mc:Fallback>
                <p:oleObj name="Bitmap Image" r:id="rId3" imgW="2057400" imgH="933480" progId="Paint.Picture">
                  <p:embed/>
                  <p:pic>
                    <p:nvPicPr>
                      <p:cNvPr id="6150" name="Object 6"/>
                      <p:cNvPicPr>
                        <a:picLocks noGrp="1" noChangeAspect="1" noChangeArrowheads="1"/>
                      </p:cNvPicPr>
                      <p:nvPr/>
                    </p:nvPicPr>
                    <p:blipFill>
                      <a:blip r:embed="rId4"/>
                      <a:srcRect/>
                      <a:stretch>
                        <a:fillRect/>
                      </a:stretch>
                    </p:blipFill>
                    <p:spPr bwMode="auto">
                      <a:xfrm>
                        <a:off x="7416455" y="2006961"/>
                        <a:ext cx="2057400" cy="9334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oleObj>
              </mc:Fallback>
            </mc:AlternateContent>
          </a:graphicData>
        </a:graphic>
      </p:graphicFrame>
      <p:sp>
        <p:nvSpPr>
          <p:cNvPr id="6147" name="Rectangle 3"/>
          <p:cNvSpPr>
            <a:spLocks noGrp="1" noChangeArrowheads="1"/>
          </p:cNvSpPr>
          <p:nvPr>
            <p:ph type="body" sz="quarter" idx="4294967295"/>
          </p:nvPr>
        </p:nvSpPr>
        <p:spPr>
          <a:xfrm>
            <a:off x="476250" y="1155701"/>
            <a:ext cx="11715750" cy="5214937"/>
          </a:xfrm>
        </p:spPr>
        <p:txBody>
          <a:bodyPr/>
          <a:lstStyle/>
          <a:p>
            <a:pPr marL="342900" indent="-342900">
              <a:buFont typeface="Arial" panose="020B0604020202020204" pitchFamily="34" charset="0"/>
              <a:buChar char="•"/>
            </a:pPr>
            <a:r>
              <a:rPr lang="en-US" b="1" dirty="0"/>
              <a:t>Create objects</a:t>
            </a:r>
          </a:p>
          <a:p>
            <a:pPr marL="631825" lvl="1">
              <a:buFont typeface="Arial" panose="020B0604020202020204" pitchFamily="34" charset="0"/>
              <a:buChar char="•"/>
            </a:pPr>
            <a:r>
              <a:rPr lang="en-US" dirty="0"/>
              <a:t>Main window</a:t>
            </a:r>
          </a:p>
          <a:p>
            <a:pPr marL="631825" lvl="1">
              <a:buFont typeface="Arial" panose="020B0604020202020204" pitchFamily="34" charset="0"/>
              <a:buChar char="•"/>
            </a:pPr>
            <a:r>
              <a:rPr lang="en-US" dirty="0"/>
              <a:t>Labels and buttons</a:t>
            </a:r>
          </a:p>
          <a:p>
            <a:pPr marL="631825" lvl="1">
              <a:buFont typeface="Arial" panose="020B0604020202020204" pitchFamily="34" charset="0"/>
              <a:buChar char="•"/>
            </a:pPr>
            <a:r>
              <a:rPr lang="en-US" dirty="0"/>
              <a:t>Define call back</a:t>
            </a:r>
          </a:p>
          <a:p>
            <a:pPr marL="631825" lvl="1">
              <a:buFont typeface="Arial" panose="020B0604020202020204" pitchFamily="34" charset="0"/>
              <a:buChar char="•"/>
            </a:pPr>
            <a:r>
              <a:rPr lang="en-US" dirty="0"/>
              <a:t>Invoke main loop</a:t>
            </a:r>
          </a:p>
        </p:txBody>
      </p:sp>
      <p:sp>
        <p:nvSpPr>
          <p:cNvPr id="6148" name="Rectangle 4"/>
          <p:cNvSpPr>
            <a:spLocks noChangeArrowheads="1"/>
          </p:cNvSpPr>
          <p:nvPr/>
        </p:nvSpPr>
        <p:spPr bwMode="auto">
          <a:xfrm>
            <a:off x="1493492" y="3464093"/>
            <a:ext cx="7980363" cy="3122613"/>
          </a:xfrm>
          <a:prstGeom prst="rect">
            <a:avLst/>
          </a:prstGeom>
          <a:solidFill>
            <a:schemeClr val="tx2">
              <a:lumMod val="20000"/>
              <a:lumOff val="80000"/>
            </a:schemeClr>
          </a:solidFill>
          <a:ln w="12700">
            <a:solidFill>
              <a:schemeClr val="tx1"/>
            </a:solidFill>
            <a:miter lim="800000"/>
            <a:headEnd/>
            <a:tailEnd/>
          </a:ln>
          <a:effectLst/>
        </p:spPr>
        <p:txBody>
          <a:bodyPr lIns="90488" tIns="44450" rIns="90488" bIns="44450">
            <a:spAutoFit/>
          </a:bodyPr>
          <a:lstStyle/>
          <a:p>
            <a:pPr>
              <a:spcBef>
                <a:spcPct val="0"/>
              </a:spcBef>
            </a:pPr>
            <a:r>
              <a:rPr lang="en-US" dirty="0">
                <a:latin typeface="Courier New" panose="02070309020205020404" pitchFamily="49" charset="0"/>
              </a:rPr>
              <a:t>from </a:t>
            </a:r>
            <a:r>
              <a:rPr lang="en-US" dirty="0" err="1">
                <a:latin typeface="Courier New" panose="02070309020205020404" pitchFamily="49" charset="0"/>
              </a:rPr>
              <a:t>tkinter</a:t>
            </a:r>
            <a:r>
              <a:rPr lang="en-US" dirty="0">
                <a:latin typeface="Courier New" panose="02070309020205020404" pitchFamily="49" charset="0"/>
              </a:rPr>
              <a:t> import *</a:t>
            </a:r>
          </a:p>
          <a:p>
            <a:pPr>
              <a:spcBef>
                <a:spcPct val="0"/>
              </a:spcBef>
            </a:pPr>
            <a:endParaRPr lang="en-US" dirty="0">
              <a:latin typeface="Courier New" panose="02070309020205020404" pitchFamily="49" charset="0"/>
            </a:endParaRPr>
          </a:p>
          <a:p>
            <a:pPr>
              <a:spcBef>
                <a:spcPct val="0"/>
              </a:spcBef>
            </a:pPr>
            <a:r>
              <a:rPr lang="en-US" dirty="0" err="1">
                <a:latin typeface="Courier New" panose="02070309020205020404" pitchFamily="49" charset="0"/>
              </a:rPr>
              <a:t>def</a:t>
            </a:r>
            <a:r>
              <a:rPr lang="en-US" dirty="0">
                <a:latin typeface="Courier New" panose="02070309020205020404" pitchFamily="49" charset="0"/>
              </a:rPr>
              <a:t> </a:t>
            </a:r>
            <a:r>
              <a:rPr lang="en-US" b="1" dirty="0" err="1">
                <a:latin typeface="Courier New" panose="02070309020205020404" pitchFamily="49" charset="0"/>
              </a:rPr>
              <a:t>button_proc</a:t>
            </a:r>
            <a:r>
              <a:rPr lang="en-US" dirty="0">
                <a:latin typeface="Courier New" panose="02070309020205020404" pitchFamily="49" charset="0"/>
              </a:rPr>
              <a:t>():</a:t>
            </a:r>
          </a:p>
          <a:p>
            <a:pPr>
              <a:spcBef>
                <a:spcPct val="0"/>
              </a:spcBef>
            </a:pPr>
            <a:r>
              <a:rPr lang="en-US" dirty="0">
                <a:latin typeface="Courier New" panose="02070309020205020404" pitchFamily="49" charset="0"/>
              </a:rPr>
              <a:t>    print('Call-back function for button')</a:t>
            </a:r>
          </a:p>
          <a:p>
            <a:pPr>
              <a:spcBef>
                <a:spcPct val="0"/>
              </a:spcBef>
            </a:pPr>
            <a:endParaRPr lang="en-US" dirty="0">
              <a:latin typeface="Courier New" panose="02070309020205020404" pitchFamily="49" charset="0"/>
            </a:endParaRPr>
          </a:p>
          <a:p>
            <a:pPr>
              <a:spcBef>
                <a:spcPct val="0"/>
              </a:spcBef>
            </a:pPr>
            <a:r>
              <a:rPr lang="en-US" dirty="0">
                <a:latin typeface="Courier New" panose="02070309020205020404" pitchFamily="49" charset="0"/>
              </a:rPr>
              <a:t>root = </a:t>
            </a:r>
            <a:r>
              <a:rPr lang="en-US" dirty="0" err="1">
                <a:latin typeface="Courier New" panose="02070309020205020404" pitchFamily="49" charset="0"/>
              </a:rPr>
              <a:t>Tk</a:t>
            </a:r>
            <a:r>
              <a:rPr lang="en-US" dirty="0">
                <a:latin typeface="Courier New" panose="02070309020205020404" pitchFamily="49" charset="0"/>
              </a:rPr>
              <a:t>()</a:t>
            </a:r>
          </a:p>
          <a:p>
            <a:pPr>
              <a:spcBef>
                <a:spcPct val="0"/>
              </a:spcBef>
            </a:pPr>
            <a:r>
              <a:rPr lang="en-US" dirty="0" err="1">
                <a:latin typeface="Courier New" panose="02070309020205020404" pitchFamily="49" charset="0"/>
              </a:rPr>
              <a:t>root.title</a:t>
            </a:r>
            <a:r>
              <a:rPr lang="en-US" dirty="0">
                <a:latin typeface="Courier New" panose="02070309020205020404" pitchFamily="49" charset="0"/>
              </a:rPr>
              <a:t>('</a:t>
            </a:r>
            <a:r>
              <a:rPr lang="en-US" dirty="0" err="1">
                <a:latin typeface="Courier New" panose="02070309020205020404" pitchFamily="49" charset="0"/>
              </a:rPr>
              <a:t>Tk</a:t>
            </a:r>
            <a:r>
              <a:rPr lang="en-US" dirty="0">
                <a:latin typeface="Courier New" panose="02070309020205020404" pitchFamily="49" charset="0"/>
              </a:rPr>
              <a:t> Example')</a:t>
            </a:r>
          </a:p>
          <a:p>
            <a:pPr>
              <a:spcBef>
                <a:spcPct val="0"/>
              </a:spcBef>
            </a:pPr>
            <a:r>
              <a:rPr lang="en-US" dirty="0">
                <a:latin typeface="Courier New" panose="02070309020205020404" pitchFamily="49" charset="0"/>
              </a:rPr>
              <a:t>Label(root, text='Read Me').pack()</a:t>
            </a:r>
          </a:p>
          <a:p>
            <a:pPr>
              <a:spcBef>
                <a:spcPct val="0"/>
              </a:spcBef>
            </a:pPr>
            <a:r>
              <a:rPr lang="en-US" dirty="0">
                <a:latin typeface="Courier New" panose="02070309020205020404" pitchFamily="49" charset="0"/>
              </a:rPr>
              <a:t>Button(root, text='Click Me', </a:t>
            </a:r>
          </a:p>
          <a:p>
            <a:pPr>
              <a:spcBef>
                <a:spcPct val="0"/>
              </a:spcBef>
            </a:pPr>
            <a:r>
              <a:rPr lang="en-US" dirty="0">
                <a:latin typeface="Courier New" panose="02070309020205020404" pitchFamily="49" charset="0"/>
              </a:rPr>
              <a:t>       command=</a:t>
            </a:r>
            <a:r>
              <a:rPr lang="en-US" b="1" dirty="0" err="1">
                <a:latin typeface="Courier New" panose="02070309020205020404" pitchFamily="49" charset="0"/>
              </a:rPr>
              <a:t>button_proc</a:t>
            </a:r>
            <a:r>
              <a:rPr lang="en-US" dirty="0">
                <a:latin typeface="Courier New" panose="02070309020205020404" pitchFamily="49" charset="0"/>
              </a:rPr>
              <a:t>).pack()</a:t>
            </a:r>
          </a:p>
          <a:p>
            <a:pPr>
              <a:spcBef>
                <a:spcPct val="0"/>
              </a:spcBef>
            </a:pPr>
            <a:r>
              <a:rPr lang="en-US" dirty="0" err="1">
                <a:latin typeface="Courier New" panose="02070309020205020404" pitchFamily="49" charset="0"/>
              </a:rPr>
              <a:t>root.mainloop</a:t>
            </a:r>
            <a:r>
              <a:rPr lang="en-US" dirty="0">
                <a:latin typeface="Courier New" panose="02070309020205020404" pitchFamily="49" charset="0"/>
              </a:rPr>
              <a:t>()</a:t>
            </a:r>
          </a:p>
        </p:txBody>
      </p:sp>
      <p:sp>
        <p:nvSpPr>
          <p:cNvPr id="6149" name="Text Box 5"/>
          <p:cNvSpPr txBox="1">
            <a:spLocks noChangeArrowheads="1"/>
          </p:cNvSpPr>
          <p:nvPr/>
        </p:nvSpPr>
        <p:spPr bwMode="auto">
          <a:xfrm>
            <a:off x="9083675" y="6197601"/>
            <a:ext cx="1289050" cy="346075"/>
          </a:xfrm>
          <a:prstGeom prst="rect">
            <a:avLst/>
          </a:prstGeom>
          <a:solidFill>
            <a:schemeClr val="bg1"/>
          </a:solidFill>
          <a:ln w="9525">
            <a:solidFill>
              <a:schemeClr val="tx1"/>
            </a:solidFill>
            <a:miter lim="800000"/>
            <a:headEnd/>
            <a:tailEnd/>
          </a:ln>
        </p:spPr>
        <p:txBody>
          <a:bodyPr wrap="non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r>
              <a:rPr lang="en-GB" sz="1600"/>
              <a:t>elements.py</a:t>
            </a:r>
          </a:p>
        </p:txBody>
      </p:sp>
      <p:sp>
        <p:nvSpPr>
          <p:cNvPr id="2" name="Slide Number Placeholder 1">
            <a:extLst>
              <a:ext uri="{FF2B5EF4-FFF2-40B4-BE49-F238E27FC236}">
                <a16:creationId xmlns:a16="http://schemas.microsoft.com/office/drawing/2014/main" id="{76BC776E-E313-03F7-9E44-73962DC7BFA2}"/>
              </a:ext>
            </a:extLst>
          </p:cNvPr>
          <p:cNvSpPr>
            <a:spLocks noGrp="1"/>
          </p:cNvSpPr>
          <p:nvPr>
            <p:ph type="sldNum" sz="quarter" idx="4"/>
          </p:nvPr>
        </p:nvSpPr>
        <p:spPr/>
        <p:txBody>
          <a:bodyPr/>
          <a:lstStyle/>
          <a:p>
            <a:fld id="{EF892D59-8F09-EF4B-AD6D-DA609442F868}" type="slidenum">
              <a:rPr lang="en-GB" smtClean="0"/>
              <a:pPr/>
              <a:t>4</a:t>
            </a:fld>
            <a:endParaRPr lang="en-GB" dirty="0"/>
          </a:p>
        </p:txBody>
      </p:sp>
    </p:spTree>
    <p:extLst>
      <p:ext uri="{BB962C8B-B14F-4D97-AF65-F5344CB8AC3E}">
        <p14:creationId xmlns:p14="http://schemas.microsoft.com/office/powerpoint/2010/main" val="39023453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xfrm>
            <a:off x="971567" y="322838"/>
            <a:ext cx="11517818" cy="805001"/>
          </a:xfrm>
        </p:spPr>
        <p:txBody>
          <a:bodyPr/>
          <a:lstStyle/>
          <a:p>
            <a:pPr eaLnBrk="1" hangingPunct="1"/>
            <a:r>
              <a:rPr lang="en-US"/>
              <a:t>Elements of Python Tkinter</a:t>
            </a:r>
          </a:p>
        </p:txBody>
      </p:sp>
      <p:sp>
        <p:nvSpPr>
          <p:cNvPr id="7171" name="Rectangle 3"/>
          <p:cNvSpPr>
            <a:spLocks noGrp="1" noChangeArrowheads="1"/>
          </p:cNvSpPr>
          <p:nvPr>
            <p:ph idx="1"/>
          </p:nvPr>
        </p:nvSpPr>
        <p:spPr>
          <a:xfrm>
            <a:off x="435540" y="1127839"/>
            <a:ext cx="11516239" cy="4955354"/>
          </a:xfrm>
        </p:spPr>
        <p:txBody>
          <a:bodyPr/>
          <a:lstStyle/>
          <a:p>
            <a:pPr marL="342900" indent="-342900">
              <a:spcBef>
                <a:spcPts val="600"/>
              </a:spcBef>
              <a:buFont typeface="Arial" panose="020B0604020202020204" pitchFamily="34" charset="0"/>
              <a:buChar char="•"/>
            </a:pPr>
            <a:r>
              <a:rPr lang="en-US" b="1" dirty="0"/>
              <a:t>Event-driven</a:t>
            </a:r>
          </a:p>
          <a:p>
            <a:pPr marL="715963" lvl="1">
              <a:spcBef>
                <a:spcPts val="600"/>
              </a:spcBef>
              <a:buFont typeface="Arial" panose="020B0604020202020204" pitchFamily="34" charset="0"/>
              <a:buChar char="•"/>
            </a:pPr>
            <a:r>
              <a:rPr lang="en-US" dirty="0"/>
              <a:t>Create objects, then run a main loop</a:t>
            </a:r>
          </a:p>
          <a:p>
            <a:pPr marL="715963" lvl="1">
              <a:spcBef>
                <a:spcPts val="600"/>
              </a:spcBef>
              <a:buFont typeface="Arial" panose="020B0604020202020204" pitchFamily="34" charset="0"/>
              <a:buChar char="•"/>
            </a:pPr>
            <a:r>
              <a:rPr lang="en-US" dirty="0"/>
              <a:t>Main loop (indirectly) invokes callback subroutines</a:t>
            </a:r>
          </a:p>
          <a:p>
            <a:pPr marL="342900" indent="-342900">
              <a:spcBef>
                <a:spcPts val="600"/>
              </a:spcBef>
              <a:buFont typeface="Arial" panose="020B0604020202020204" pitchFamily="34" charset="0"/>
              <a:buChar char="•"/>
            </a:pPr>
            <a:r>
              <a:rPr lang="en-US" b="1" dirty="0"/>
              <a:t>Methods use named arguments</a:t>
            </a:r>
          </a:p>
          <a:p>
            <a:pPr marL="715963" lvl="1">
              <a:spcBef>
                <a:spcPts val="600"/>
              </a:spcBef>
              <a:buFont typeface="Arial" panose="020B0604020202020204" pitchFamily="34" charset="0"/>
              <a:buChar char="•"/>
            </a:pPr>
            <a:r>
              <a:rPr lang="en-US" dirty="0"/>
              <a:t>Default values exist for most arguments</a:t>
            </a:r>
          </a:p>
          <a:p>
            <a:pPr marL="342900" indent="-342900">
              <a:spcBef>
                <a:spcPts val="600"/>
              </a:spcBef>
              <a:buFont typeface="Arial" panose="020B0604020202020204" pitchFamily="34" charset="0"/>
              <a:buChar char="•"/>
            </a:pPr>
            <a:r>
              <a:rPr lang="en-US" b="1" dirty="0"/>
              <a:t>Events invoke callback subroutines</a:t>
            </a:r>
          </a:p>
          <a:p>
            <a:pPr marL="715963" lvl="1">
              <a:spcBef>
                <a:spcPts val="600"/>
              </a:spcBef>
              <a:buFont typeface="Arial" panose="020B0604020202020204" pitchFamily="34" charset="0"/>
              <a:buChar char="•"/>
            </a:pPr>
            <a:r>
              <a:rPr lang="en-US" dirty="0"/>
              <a:t>Reference to subroutine</a:t>
            </a:r>
          </a:p>
          <a:p>
            <a:pPr marL="715963" lvl="1">
              <a:spcBef>
                <a:spcPts val="600"/>
              </a:spcBef>
              <a:buFont typeface="Arial" panose="020B0604020202020204" pitchFamily="34" charset="0"/>
              <a:buChar char="•"/>
            </a:pPr>
            <a:r>
              <a:rPr lang="en-US" dirty="0"/>
              <a:t>Anonymous subroutine</a:t>
            </a:r>
          </a:p>
          <a:p>
            <a:pPr marL="715963" lvl="1">
              <a:spcBef>
                <a:spcPts val="600"/>
              </a:spcBef>
              <a:buFont typeface="Arial" panose="020B0604020202020204" pitchFamily="34" charset="0"/>
              <a:buChar char="•"/>
            </a:pPr>
            <a:r>
              <a:rPr lang="en-US" dirty="0"/>
              <a:t>Closure</a:t>
            </a:r>
          </a:p>
          <a:p>
            <a:pPr marL="715963" lvl="1">
              <a:spcBef>
                <a:spcPts val="600"/>
              </a:spcBef>
              <a:buFont typeface="Arial" panose="020B0604020202020204" pitchFamily="34" charset="0"/>
              <a:buChar char="•"/>
            </a:pPr>
            <a:r>
              <a:rPr lang="en-US" dirty="0"/>
              <a:t>Object + method name</a:t>
            </a:r>
          </a:p>
        </p:txBody>
      </p:sp>
      <p:sp>
        <p:nvSpPr>
          <p:cNvPr id="2" name="Slide Number Placeholder 1">
            <a:extLst>
              <a:ext uri="{FF2B5EF4-FFF2-40B4-BE49-F238E27FC236}">
                <a16:creationId xmlns:a16="http://schemas.microsoft.com/office/drawing/2014/main" id="{E0732432-4911-C4BE-D759-20763C152105}"/>
              </a:ext>
            </a:extLst>
          </p:cNvPr>
          <p:cNvSpPr>
            <a:spLocks noGrp="1"/>
          </p:cNvSpPr>
          <p:nvPr>
            <p:ph type="sldNum" sz="quarter" idx="4"/>
          </p:nvPr>
        </p:nvSpPr>
        <p:spPr/>
        <p:txBody>
          <a:bodyPr/>
          <a:lstStyle/>
          <a:p>
            <a:fld id="{EF892D59-8F09-EF4B-AD6D-DA609442F868}" type="slidenum">
              <a:rPr lang="en-GB" smtClean="0"/>
              <a:pPr/>
              <a:t>5</a:t>
            </a:fld>
            <a:endParaRPr lang="en-GB" dirty="0"/>
          </a:p>
        </p:txBody>
      </p:sp>
    </p:spTree>
    <p:extLst>
      <p:ext uri="{BB962C8B-B14F-4D97-AF65-F5344CB8AC3E}">
        <p14:creationId xmlns:p14="http://schemas.microsoft.com/office/powerpoint/2010/main" val="136319913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1009274" y="294582"/>
            <a:ext cx="11517818" cy="805001"/>
          </a:xfrm>
        </p:spPr>
        <p:txBody>
          <a:bodyPr/>
          <a:lstStyle/>
          <a:p>
            <a:pPr eaLnBrk="1" hangingPunct="1"/>
            <a:r>
              <a:rPr lang="en-US" dirty="0"/>
              <a:t>User input is hidden</a:t>
            </a:r>
          </a:p>
        </p:txBody>
      </p:sp>
      <p:graphicFrame>
        <p:nvGraphicFramePr>
          <p:cNvPr id="8198" name="Object 6"/>
          <p:cNvGraphicFramePr>
            <a:graphicFrameLocks noGrp="1" noChangeAspect="1"/>
          </p:cNvGraphicFramePr>
          <p:nvPr>
            <p:ph idx="1"/>
            <p:extLst>
              <p:ext uri="{D42A27DB-BD31-4B8C-83A1-F6EECF244321}">
                <p14:modId xmlns:p14="http://schemas.microsoft.com/office/powerpoint/2010/main" val="2733150880"/>
              </p:ext>
            </p:extLst>
          </p:nvPr>
        </p:nvGraphicFramePr>
        <p:xfrm>
          <a:off x="7421981" y="1508127"/>
          <a:ext cx="1933575" cy="762000"/>
        </p:xfrm>
        <a:graphic>
          <a:graphicData uri="http://schemas.openxmlformats.org/presentationml/2006/ole">
            <mc:AlternateContent xmlns:mc="http://schemas.openxmlformats.org/markup-compatibility/2006">
              <mc:Choice xmlns:v="urn:schemas-microsoft-com:vml" Requires="v">
                <p:oleObj name="Bitmap Image" r:id="rId3" imgW="1933333" imgH="762106" progId="PBrush">
                  <p:embed/>
                </p:oleObj>
              </mc:Choice>
              <mc:Fallback>
                <p:oleObj name="Bitmap Image" r:id="rId3" imgW="1933333" imgH="762106" progId="PBrush">
                  <p:embed/>
                  <p:pic>
                    <p:nvPicPr>
                      <p:cNvPr id="8198" name="Object 6"/>
                      <p:cNvPicPr>
                        <a:picLocks noGrp="1"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421981" y="1508127"/>
                        <a:ext cx="1933575" cy="762000"/>
                      </a:xfrm>
                      <a:prstGeom prst="rect">
                        <a:avLst/>
                      </a:prstGeom>
                      <a:noFill/>
                      <a:extLst>
                        <a:ext uri="{909E8E84-426E-40dd-AFC4-6F175D3DCCD1}">
                          <a14:hiddenFill xmlns:a14="http://schemas.microsoft.com/office/drawing/2010/main" xmlns="">
                            <a:solidFill>
                              <a:srgbClr val="FFFFFF"/>
                            </a:solidFill>
                          </a14:hiddenFill>
                        </a:ext>
                      </a:extLst>
                    </p:spPr>
                  </p:pic>
                </p:oleObj>
              </mc:Fallback>
            </mc:AlternateContent>
          </a:graphicData>
        </a:graphic>
      </p:graphicFrame>
      <p:sp>
        <p:nvSpPr>
          <p:cNvPr id="8195" name="Rectangle 3"/>
          <p:cNvSpPr>
            <a:spLocks noGrp="1" noChangeArrowheads="1"/>
          </p:cNvSpPr>
          <p:nvPr>
            <p:ph type="body" sz="quarter" idx="4294967295"/>
          </p:nvPr>
        </p:nvSpPr>
        <p:spPr>
          <a:xfrm>
            <a:off x="334211" y="1099583"/>
            <a:ext cx="11715750" cy="5214937"/>
          </a:xfrm>
        </p:spPr>
        <p:txBody>
          <a:bodyPr/>
          <a:lstStyle/>
          <a:p>
            <a:pPr marL="342900" indent="-342900">
              <a:buFont typeface="Arial" panose="020B0604020202020204" pitchFamily="34" charset="0"/>
              <a:buChar char="•"/>
            </a:pPr>
            <a:r>
              <a:rPr lang="en-US" b="1" dirty="0"/>
              <a:t>Data entry objects handle input</a:t>
            </a:r>
          </a:p>
          <a:p>
            <a:pPr marL="631825" lvl="1">
              <a:buFont typeface="Arial" panose="020B0604020202020204" pitchFamily="34" charset="0"/>
              <a:buChar char="•"/>
            </a:pPr>
            <a:r>
              <a:rPr lang="en-US" dirty="0"/>
              <a:t>Stored in a </a:t>
            </a:r>
            <a:r>
              <a:rPr lang="en-US" dirty="0" err="1"/>
              <a:t>StringVar</a:t>
            </a:r>
            <a:r>
              <a:rPr lang="en-US" dirty="0"/>
              <a:t>, </a:t>
            </a:r>
            <a:r>
              <a:rPr lang="en-US" dirty="0" err="1"/>
              <a:t>IntVar</a:t>
            </a:r>
            <a:r>
              <a:rPr lang="en-US" dirty="0"/>
              <a:t> variable</a:t>
            </a:r>
          </a:p>
          <a:p>
            <a:pPr marL="631825" lvl="1">
              <a:buFont typeface="Arial" panose="020B0604020202020204" pitchFamily="34" charset="0"/>
              <a:buChar char="•"/>
            </a:pPr>
            <a:r>
              <a:rPr lang="en-US" dirty="0"/>
              <a:t>No need to query state</a:t>
            </a:r>
          </a:p>
        </p:txBody>
      </p:sp>
      <p:sp>
        <p:nvSpPr>
          <p:cNvPr id="8196" name="Rectangle 4"/>
          <p:cNvSpPr>
            <a:spLocks noChangeArrowheads="1"/>
          </p:cNvSpPr>
          <p:nvPr/>
        </p:nvSpPr>
        <p:spPr bwMode="auto">
          <a:xfrm>
            <a:off x="1124368" y="2463467"/>
            <a:ext cx="8231188" cy="4283075"/>
          </a:xfrm>
          <a:prstGeom prst="rect">
            <a:avLst/>
          </a:prstGeom>
          <a:solidFill>
            <a:schemeClr val="tx2">
              <a:lumMod val="20000"/>
              <a:lumOff val="80000"/>
            </a:schemeClr>
          </a:solidFill>
          <a:ln w="12700">
            <a:solidFill>
              <a:schemeClr val="tx1"/>
            </a:solidFill>
            <a:miter lim="800000"/>
            <a:headEnd/>
            <a:tailEnd/>
          </a:ln>
          <a:effectLst/>
        </p:spPr>
        <p:txBody>
          <a:bodyPr wrap="square" lIns="90488" tIns="44450" rIns="90488" bIns="44450">
            <a:spAutoFit/>
          </a:bodyPr>
          <a:lstStyle/>
          <a:p>
            <a:pPr>
              <a:spcBef>
                <a:spcPct val="0"/>
              </a:spcBef>
            </a:pPr>
            <a:r>
              <a:rPr lang="en-US" dirty="0">
                <a:latin typeface="Courier New" panose="02070309020205020404" pitchFamily="49" charset="0"/>
              </a:rPr>
              <a:t>from </a:t>
            </a:r>
            <a:r>
              <a:rPr lang="en-US" dirty="0" err="1">
                <a:latin typeface="Courier New" panose="02070309020205020404" pitchFamily="49" charset="0"/>
              </a:rPr>
              <a:t>tkinter</a:t>
            </a:r>
            <a:r>
              <a:rPr lang="en-US" dirty="0">
                <a:latin typeface="Courier New" panose="02070309020205020404" pitchFamily="49" charset="0"/>
              </a:rPr>
              <a:t> import *</a:t>
            </a:r>
          </a:p>
          <a:p>
            <a:pPr>
              <a:spcBef>
                <a:spcPct val="0"/>
              </a:spcBef>
            </a:pPr>
            <a:endParaRPr lang="en-US" sz="800" dirty="0">
              <a:latin typeface="Courier New" panose="02070309020205020404" pitchFamily="49" charset="0"/>
            </a:endParaRPr>
          </a:p>
          <a:p>
            <a:pPr>
              <a:spcBef>
                <a:spcPct val="0"/>
              </a:spcBef>
            </a:pPr>
            <a:r>
              <a:rPr lang="en-US" dirty="0" err="1">
                <a:latin typeface="Courier New" panose="02070309020205020404" pitchFamily="49" charset="0"/>
              </a:rPr>
              <a:t>def</a:t>
            </a:r>
            <a:r>
              <a:rPr lang="en-US" dirty="0">
                <a:latin typeface="Courier New" panose="02070309020205020404" pitchFamily="49" charset="0"/>
              </a:rPr>
              <a:t> </a:t>
            </a:r>
            <a:r>
              <a:rPr lang="en-US" dirty="0" err="1">
                <a:latin typeface="Courier New" panose="02070309020205020404" pitchFamily="49" charset="0"/>
              </a:rPr>
              <a:t>button_proc</a:t>
            </a:r>
            <a:r>
              <a:rPr lang="en-US" dirty="0">
                <a:latin typeface="Courier New" panose="02070309020205020404" pitchFamily="49" charset="0"/>
              </a:rPr>
              <a:t>():</a:t>
            </a:r>
          </a:p>
          <a:p>
            <a:r>
              <a:rPr lang="en-US" dirty="0">
                <a:latin typeface="Courier New" panose="02070309020205020404" pitchFamily="49" charset="0"/>
              </a:rPr>
              <a:t>    print('Call-back function, printer is now', </a:t>
            </a:r>
            <a:r>
              <a:rPr lang="en-US" b="1" dirty="0" err="1">
                <a:latin typeface="Courier New" panose="02070309020205020404" pitchFamily="49" charset="0"/>
              </a:rPr>
              <a:t>ent.get</a:t>
            </a:r>
            <a:r>
              <a:rPr lang="en-US" dirty="0">
                <a:latin typeface="Courier New" panose="02070309020205020404" pitchFamily="49" charset="0"/>
              </a:rPr>
              <a:t>())</a:t>
            </a:r>
          </a:p>
          <a:p>
            <a:pPr>
              <a:spcBef>
                <a:spcPct val="0"/>
              </a:spcBef>
            </a:pPr>
            <a:endParaRPr lang="en-US" sz="800" dirty="0">
              <a:latin typeface="Courier New" panose="02070309020205020404" pitchFamily="49" charset="0"/>
            </a:endParaRPr>
          </a:p>
          <a:p>
            <a:pPr>
              <a:spcBef>
                <a:spcPct val="0"/>
              </a:spcBef>
            </a:pPr>
            <a:r>
              <a:rPr lang="en-US" dirty="0">
                <a:latin typeface="Courier New" panose="02070309020205020404" pitchFamily="49" charset="0"/>
              </a:rPr>
              <a:t>root = </a:t>
            </a:r>
            <a:r>
              <a:rPr lang="en-US" dirty="0" err="1">
                <a:latin typeface="Courier New" panose="02070309020205020404" pitchFamily="49" charset="0"/>
              </a:rPr>
              <a:t>Tk</a:t>
            </a:r>
            <a:r>
              <a:rPr lang="en-US" dirty="0">
                <a:latin typeface="Courier New" panose="02070309020205020404" pitchFamily="49" charset="0"/>
              </a:rPr>
              <a:t>()</a:t>
            </a:r>
          </a:p>
          <a:p>
            <a:pPr>
              <a:spcBef>
                <a:spcPct val="0"/>
              </a:spcBef>
            </a:pPr>
            <a:r>
              <a:rPr lang="en-US" dirty="0" err="1">
                <a:latin typeface="Courier New" panose="02070309020205020404" pitchFamily="49" charset="0"/>
              </a:rPr>
              <a:t>root.title</a:t>
            </a:r>
            <a:r>
              <a:rPr lang="en-US" dirty="0">
                <a:latin typeface="Courier New" panose="02070309020205020404" pitchFamily="49" charset="0"/>
              </a:rPr>
              <a:t>('Printer Options')</a:t>
            </a:r>
          </a:p>
          <a:p>
            <a:pPr>
              <a:spcBef>
                <a:spcPct val="0"/>
              </a:spcBef>
            </a:pPr>
            <a:endParaRPr lang="en-US" sz="800" dirty="0">
              <a:latin typeface="Courier New" panose="02070309020205020404" pitchFamily="49" charset="0"/>
            </a:endParaRPr>
          </a:p>
          <a:p>
            <a:pPr>
              <a:spcBef>
                <a:spcPct val="0"/>
              </a:spcBef>
            </a:pPr>
            <a:r>
              <a:rPr lang="en-US" dirty="0">
                <a:latin typeface="Courier New" panose="02070309020205020404" pitchFamily="49" charset="0"/>
              </a:rPr>
              <a:t>but = Button(root, text='Done', command=</a:t>
            </a:r>
            <a:r>
              <a:rPr lang="en-US" dirty="0" err="1">
                <a:latin typeface="Courier New" panose="02070309020205020404" pitchFamily="49" charset="0"/>
              </a:rPr>
              <a:t>button_proc</a:t>
            </a:r>
            <a:r>
              <a:rPr lang="en-US" dirty="0">
                <a:latin typeface="Courier New" panose="02070309020205020404" pitchFamily="49" charset="0"/>
              </a:rPr>
              <a:t>)</a:t>
            </a:r>
          </a:p>
          <a:p>
            <a:pPr>
              <a:spcBef>
                <a:spcPct val="0"/>
              </a:spcBef>
            </a:pPr>
            <a:r>
              <a:rPr lang="en-US" dirty="0" err="1">
                <a:latin typeface="Courier New" panose="02070309020205020404" pitchFamily="49" charset="0"/>
              </a:rPr>
              <a:t>but.pack</a:t>
            </a:r>
            <a:r>
              <a:rPr lang="en-US" dirty="0">
                <a:latin typeface="Courier New" panose="02070309020205020404" pitchFamily="49" charset="0"/>
              </a:rPr>
              <a:t>(side = 'bottom')</a:t>
            </a:r>
          </a:p>
          <a:p>
            <a:pPr>
              <a:spcBef>
                <a:spcPct val="0"/>
              </a:spcBef>
            </a:pPr>
            <a:r>
              <a:rPr lang="en-US" dirty="0">
                <a:latin typeface="Courier New" panose="02070309020205020404" pitchFamily="49" charset="0"/>
              </a:rPr>
              <a:t>Label(text='Printer Name').pack(side='left')</a:t>
            </a:r>
          </a:p>
          <a:p>
            <a:pPr>
              <a:spcBef>
                <a:spcPct val="0"/>
              </a:spcBef>
            </a:pPr>
            <a:endParaRPr lang="en-US" sz="800" dirty="0">
              <a:latin typeface="Courier New" panose="02070309020205020404" pitchFamily="49" charset="0"/>
            </a:endParaRPr>
          </a:p>
          <a:p>
            <a:pPr>
              <a:spcBef>
                <a:spcPct val="0"/>
              </a:spcBef>
            </a:pPr>
            <a:r>
              <a:rPr lang="en-US" b="1" dirty="0">
                <a:latin typeface="Courier New" panose="02070309020205020404" pitchFamily="49" charset="0"/>
              </a:rPr>
              <a:t>printer</a:t>
            </a:r>
            <a:r>
              <a:rPr lang="en-US" dirty="0">
                <a:latin typeface="Courier New" panose="02070309020205020404" pitchFamily="49" charset="0"/>
              </a:rPr>
              <a:t> = </a:t>
            </a:r>
            <a:r>
              <a:rPr lang="en-US" dirty="0" err="1">
                <a:latin typeface="Courier New" panose="02070309020205020404" pitchFamily="49" charset="0"/>
              </a:rPr>
              <a:t>StringVar</a:t>
            </a:r>
            <a:r>
              <a:rPr lang="en-US" dirty="0">
                <a:latin typeface="Courier New" panose="02070309020205020404" pitchFamily="49" charset="0"/>
              </a:rPr>
              <a:t>()</a:t>
            </a:r>
          </a:p>
          <a:p>
            <a:pPr>
              <a:spcBef>
                <a:spcPct val="0"/>
              </a:spcBef>
            </a:pPr>
            <a:r>
              <a:rPr lang="en-US" b="1" dirty="0" err="1">
                <a:latin typeface="Courier New" panose="02070309020205020404" pitchFamily="49" charset="0"/>
              </a:rPr>
              <a:t>ent</a:t>
            </a:r>
            <a:r>
              <a:rPr lang="en-US" dirty="0">
                <a:latin typeface="Courier New" panose="02070309020205020404" pitchFamily="49" charset="0"/>
              </a:rPr>
              <a:t>=Entry(root, </a:t>
            </a:r>
            <a:r>
              <a:rPr lang="en-US" dirty="0" err="1">
                <a:latin typeface="Courier New" panose="02070309020205020404" pitchFamily="49" charset="0"/>
              </a:rPr>
              <a:t>textvariable</a:t>
            </a:r>
            <a:r>
              <a:rPr lang="en-US" dirty="0">
                <a:latin typeface="Courier New" panose="02070309020205020404" pitchFamily="49" charset="0"/>
              </a:rPr>
              <a:t>=</a:t>
            </a:r>
            <a:r>
              <a:rPr lang="en-US" b="1" dirty="0">
                <a:latin typeface="Courier New" panose="02070309020205020404" pitchFamily="49" charset="0"/>
              </a:rPr>
              <a:t>printer</a:t>
            </a:r>
            <a:r>
              <a:rPr lang="en-US" dirty="0">
                <a:latin typeface="Courier New" panose="02070309020205020404" pitchFamily="49" charset="0"/>
              </a:rPr>
              <a:t>)</a:t>
            </a:r>
          </a:p>
          <a:p>
            <a:pPr>
              <a:spcBef>
                <a:spcPct val="0"/>
              </a:spcBef>
            </a:pPr>
            <a:r>
              <a:rPr lang="en-US" dirty="0" err="1">
                <a:latin typeface="Courier New" panose="02070309020205020404" pitchFamily="49" charset="0"/>
              </a:rPr>
              <a:t>ent.pack</a:t>
            </a:r>
            <a:r>
              <a:rPr lang="en-US" dirty="0">
                <a:latin typeface="Courier New" panose="02070309020205020404" pitchFamily="49" charset="0"/>
              </a:rPr>
              <a:t>(side='left')</a:t>
            </a:r>
          </a:p>
          <a:p>
            <a:pPr>
              <a:spcBef>
                <a:spcPct val="0"/>
              </a:spcBef>
            </a:pPr>
            <a:endParaRPr lang="en-US" sz="800" dirty="0">
              <a:latin typeface="Courier New" panose="02070309020205020404" pitchFamily="49" charset="0"/>
            </a:endParaRPr>
          </a:p>
          <a:p>
            <a:pPr>
              <a:spcBef>
                <a:spcPct val="0"/>
              </a:spcBef>
            </a:pPr>
            <a:r>
              <a:rPr lang="en-US" b="1" dirty="0" err="1">
                <a:latin typeface="Courier New" panose="02070309020205020404" pitchFamily="49" charset="0"/>
              </a:rPr>
              <a:t>printer</a:t>
            </a:r>
            <a:r>
              <a:rPr lang="en-US" dirty="0" err="1">
                <a:latin typeface="Courier New" panose="02070309020205020404" pitchFamily="49" charset="0"/>
              </a:rPr>
              <a:t>.set</a:t>
            </a:r>
            <a:r>
              <a:rPr lang="en-US" dirty="0">
                <a:latin typeface="Courier New" panose="02070309020205020404" pitchFamily="49" charset="0"/>
              </a:rPr>
              <a:t>('SAP64')</a:t>
            </a:r>
          </a:p>
          <a:p>
            <a:pPr>
              <a:spcBef>
                <a:spcPct val="0"/>
              </a:spcBef>
            </a:pPr>
            <a:r>
              <a:rPr lang="en-US" dirty="0" err="1">
                <a:latin typeface="Courier New" panose="02070309020205020404" pitchFamily="49" charset="0"/>
              </a:rPr>
              <a:t>root.mainloop</a:t>
            </a:r>
            <a:r>
              <a:rPr lang="en-US" dirty="0">
                <a:latin typeface="Courier New" panose="02070309020205020404" pitchFamily="49" charset="0"/>
              </a:rPr>
              <a:t>()</a:t>
            </a:r>
          </a:p>
        </p:txBody>
      </p:sp>
      <p:sp>
        <p:nvSpPr>
          <p:cNvPr id="8197" name="Text Box 5"/>
          <p:cNvSpPr txBox="1">
            <a:spLocks noChangeArrowheads="1"/>
          </p:cNvSpPr>
          <p:nvPr/>
        </p:nvSpPr>
        <p:spPr bwMode="auto">
          <a:xfrm>
            <a:off x="9075738" y="6313489"/>
            <a:ext cx="1041400" cy="346075"/>
          </a:xfrm>
          <a:prstGeom prst="rect">
            <a:avLst/>
          </a:prstGeom>
          <a:solidFill>
            <a:schemeClr val="bg1"/>
          </a:solidFill>
          <a:ln w="9525">
            <a:solidFill>
              <a:schemeClr val="tx1"/>
            </a:solidFill>
            <a:miter lim="800000"/>
            <a:headEnd/>
            <a:tailEnd/>
          </a:ln>
        </p:spPr>
        <p:txBody>
          <a:bodyPr wrap="non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r>
              <a:rPr lang="en-GB" sz="1600"/>
              <a:t>printer.py</a:t>
            </a:r>
          </a:p>
        </p:txBody>
      </p:sp>
      <p:sp>
        <p:nvSpPr>
          <p:cNvPr id="2" name="Slide Number Placeholder 1">
            <a:extLst>
              <a:ext uri="{FF2B5EF4-FFF2-40B4-BE49-F238E27FC236}">
                <a16:creationId xmlns:a16="http://schemas.microsoft.com/office/drawing/2014/main" id="{B578BCB0-13F0-5A97-4BA6-115CB1099257}"/>
              </a:ext>
            </a:extLst>
          </p:cNvPr>
          <p:cNvSpPr>
            <a:spLocks noGrp="1"/>
          </p:cNvSpPr>
          <p:nvPr>
            <p:ph type="sldNum" sz="quarter" idx="4"/>
          </p:nvPr>
        </p:nvSpPr>
        <p:spPr/>
        <p:txBody>
          <a:bodyPr/>
          <a:lstStyle/>
          <a:p>
            <a:fld id="{EF892D59-8F09-EF4B-AD6D-DA609442F868}" type="slidenum">
              <a:rPr lang="en-GB" smtClean="0"/>
              <a:pPr/>
              <a:t>6</a:t>
            </a:fld>
            <a:endParaRPr lang="en-GB" dirty="0"/>
          </a:p>
        </p:txBody>
      </p:sp>
    </p:spTree>
    <p:extLst>
      <p:ext uri="{BB962C8B-B14F-4D97-AF65-F5344CB8AC3E}">
        <p14:creationId xmlns:p14="http://schemas.microsoft.com/office/powerpoint/2010/main" val="230836298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a:xfrm>
            <a:off x="1018700" y="323439"/>
            <a:ext cx="11517818" cy="805001"/>
          </a:xfrm>
        </p:spPr>
        <p:txBody>
          <a:bodyPr/>
          <a:lstStyle/>
          <a:p>
            <a:pPr eaLnBrk="1" hangingPunct="1"/>
            <a:r>
              <a:rPr lang="en-US" dirty="0"/>
              <a:t>Widgets are hierarchical</a:t>
            </a:r>
          </a:p>
        </p:txBody>
      </p:sp>
      <p:sp>
        <p:nvSpPr>
          <p:cNvPr id="9219" name="Rectangle 3"/>
          <p:cNvSpPr>
            <a:spLocks noGrp="1" noChangeArrowheads="1"/>
          </p:cNvSpPr>
          <p:nvPr>
            <p:ph type="body" sz="quarter" idx="4294967295"/>
          </p:nvPr>
        </p:nvSpPr>
        <p:spPr>
          <a:xfrm>
            <a:off x="476250" y="1166320"/>
            <a:ext cx="11715750" cy="5214937"/>
          </a:xfrm>
        </p:spPr>
        <p:txBody>
          <a:bodyPr/>
          <a:lstStyle/>
          <a:p>
            <a:r>
              <a:rPr lang="en-US" b="1" dirty="0"/>
              <a:t>Widgets inside widgets inside…</a:t>
            </a:r>
          </a:p>
          <a:p>
            <a:pPr lvl="1">
              <a:buFont typeface="Arial" panose="020B0604020202020204" pitchFamily="34" charset="0"/>
              <a:buChar char="•"/>
            </a:pPr>
            <a:r>
              <a:rPr lang="en-US" dirty="0"/>
              <a:t>Normally indicated through order of creation and choice of parent.</a:t>
            </a:r>
          </a:p>
        </p:txBody>
      </p:sp>
      <p:sp>
        <p:nvSpPr>
          <p:cNvPr id="9220" name="Rectangle 4"/>
          <p:cNvSpPr>
            <a:spLocks noChangeArrowheads="1"/>
          </p:cNvSpPr>
          <p:nvPr/>
        </p:nvSpPr>
        <p:spPr bwMode="auto">
          <a:xfrm>
            <a:off x="2277637" y="2396852"/>
            <a:ext cx="7188200" cy="3946525"/>
          </a:xfrm>
          <a:prstGeom prst="rect">
            <a:avLst/>
          </a:prstGeom>
          <a:solidFill>
            <a:schemeClr val="tx2">
              <a:lumMod val="20000"/>
              <a:lumOff val="80000"/>
            </a:schemeClr>
          </a:solidFill>
          <a:ln w="12700">
            <a:solidFill>
              <a:schemeClr val="tx1"/>
            </a:solidFill>
            <a:miter lim="800000"/>
            <a:headEnd/>
            <a:tailEnd/>
          </a:ln>
          <a:effectLst/>
        </p:spPr>
        <p:txBody>
          <a:bodyPr lIns="90488" tIns="44450" rIns="90488" bIns="44450">
            <a:spAutoFit/>
          </a:bodyPr>
          <a:lstStyle/>
          <a:p>
            <a:pPr>
              <a:spcBef>
                <a:spcPct val="0"/>
              </a:spcBef>
            </a:pPr>
            <a:r>
              <a:rPr lang="en-US" dirty="0">
                <a:latin typeface="Courier New" panose="02070309020205020404" pitchFamily="49" charset="0"/>
              </a:rPr>
              <a:t>from </a:t>
            </a:r>
            <a:r>
              <a:rPr lang="en-US" dirty="0" err="1">
                <a:latin typeface="Courier New" panose="02070309020205020404" pitchFamily="49" charset="0"/>
              </a:rPr>
              <a:t>tkinter</a:t>
            </a:r>
            <a:r>
              <a:rPr lang="en-US" dirty="0">
                <a:latin typeface="Courier New" panose="02070309020205020404" pitchFamily="49" charset="0"/>
              </a:rPr>
              <a:t> import *</a:t>
            </a:r>
          </a:p>
          <a:p>
            <a:pPr>
              <a:spcBef>
                <a:spcPct val="0"/>
              </a:spcBef>
            </a:pPr>
            <a:endParaRPr lang="en-US" dirty="0">
              <a:latin typeface="Courier New" panose="02070309020205020404" pitchFamily="49" charset="0"/>
            </a:endParaRPr>
          </a:p>
          <a:p>
            <a:pPr>
              <a:spcBef>
                <a:spcPct val="0"/>
              </a:spcBef>
            </a:pPr>
            <a:r>
              <a:rPr lang="en-US" dirty="0">
                <a:latin typeface="Courier New" panose="02070309020205020404" pitchFamily="49" charset="0"/>
              </a:rPr>
              <a:t>root = </a:t>
            </a:r>
            <a:r>
              <a:rPr lang="en-US" dirty="0" err="1">
                <a:latin typeface="Courier New" panose="02070309020205020404" pitchFamily="49" charset="0"/>
              </a:rPr>
              <a:t>Tk</a:t>
            </a:r>
            <a:r>
              <a:rPr lang="en-US" dirty="0">
                <a:latin typeface="Courier New" panose="02070309020205020404" pitchFamily="49" charset="0"/>
              </a:rPr>
              <a:t>()</a:t>
            </a:r>
          </a:p>
          <a:p>
            <a:pPr>
              <a:spcBef>
                <a:spcPct val="0"/>
              </a:spcBef>
            </a:pPr>
            <a:endParaRPr lang="en-US" dirty="0">
              <a:latin typeface="Courier New" panose="02070309020205020404" pitchFamily="49" charset="0"/>
            </a:endParaRPr>
          </a:p>
          <a:p>
            <a:pPr>
              <a:spcBef>
                <a:spcPct val="0"/>
              </a:spcBef>
            </a:pPr>
            <a:r>
              <a:rPr lang="en-US" dirty="0" err="1">
                <a:latin typeface="Courier New" panose="02070309020205020404" pitchFamily="49" charset="0"/>
              </a:rPr>
              <a:t>topf</a:t>
            </a:r>
            <a:r>
              <a:rPr lang="en-US" dirty="0">
                <a:latin typeface="Courier New" panose="02070309020205020404" pitchFamily="49" charset="0"/>
              </a:rPr>
              <a:t> = Frame(root).pack()</a:t>
            </a:r>
          </a:p>
          <a:p>
            <a:pPr>
              <a:spcBef>
                <a:spcPct val="0"/>
              </a:spcBef>
            </a:pPr>
            <a:r>
              <a:rPr lang="en-US" dirty="0" err="1">
                <a:latin typeface="Courier New" panose="02070309020205020404" pitchFamily="49" charset="0"/>
              </a:rPr>
              <a:t>botf</a:t>
            </a:r>
            <a:r>
              <a:rPr lang="en-US" dirty="0">
                <a:latin typeface="Courier New" panose="02070309020205020404" pitchFamily="49" charset="0"/>
              </a:rPr>
              <a:t> = Frame(root).pack()</a:t>
            </a:r>
          </a:p>
          <a:p>
            <a:pPr>
              <a:spcBef>
                <a:spcPct val="0"/>
              </a:spcBef>
            </a:pPr>
            <a:endParaRPr lang="en-US" dirty="0">
              <a:latin typeface="Courier New" panose="02070309020205020404" pitchFamily="49" charset="0"/>
            </a:endParaRPr>
          </a:p>
          <a:p>
            <a:pPr>
              <a:spcBef>
                <a:spcPct val="0"/>
              </a:spcBef>
            </a:pPr>
            <a:r>
              <a:rPr lang="en-US" dirty="0">
                <a:latin typeface="Courier New" panose="02070309020205020404" pitchFamily="49" charset="0"/>
              </a:rPr>
              <a:t>Label(</a:t>
            </a:r>
            <a:r>
              <a:rPr lang="en-US" dirty="0" err="1">
                <a:latin typeface="Courier New" panose="02070309020205020404" pitchFamily="49" charset="0"/>
              </a:rPr>
              <a:t>topf</a:t>
            </a:r>
            <a:r>
              <a:rPr lang="en-US" dirty="0">
                <a:latin typeface="Courier New" panose="02070309020205020404" pitchFamily="49" charset="0"/>
              </a:rPr>
              <a:t>, text ='One').pack(side='left')</a:t>
            </a:r>
          </a:p>
          <a:p>
            <a:pPr>
              <a:spcBef>
                <a:spcPct val="0"/>
              </a:spcBef>
            </a:pPr>
            <a:r>
              <a:rPr lang="en-US" dirty="0">
                <a:latin typeface="Courier New" panose="02070309020205020404" pitchFamily="49" charset="0"/>
              </a:rPr>
              <a:t>Label(</a:t>
            </a:r>
            <a:r>
              <a:rPr lang="en-US" dirty="0" err="1">
                <a:latin typeface="Courier New" panose="02070309020205020404" pitchFamily="49" charset="0"/>
              </a:rPr>
              <a:t>topf</a:t>
            </a:r>
            <a:r>
              <a:rPr lang="en-US" dirty="0">
                <a:latin typeface="Courier New" panose="02070309020205020404" pitchFamily="49" charset="0"/>
              </a:rPr>
              <a:t>, text ='Two').pack(side='left')</a:t>
            </a:r>
          </a:p>
          <a:p>
            <a:pPr>
              <a:spcBef>
                <a:spcPct val="0"/>
              </a:spcBef>
            </a:pPr>
            <a:endParaRPr lang="en-US" dirty="0">
              <a:latin typeface="Courier New" panose="02070309020205020404" pitchFamily="49" charset="0"/>
            </a:endParaRPr>
          </a:p>
          <a:p>
            <a:pPr>
              <a:spcBef>
                <a:spcPct val="0"/>
              </a:spcBef>
            </a:pPr>
            <a:r>
              <a:rPr lang="en-US" dirty="0">
                <a:latin typeface="Courier New" panose="02070309020205020404" pitchFamily="49" charset="0"/>
              </a:rPr>
              <a:t>Label(</a:t>
            </a:r>
            <a:r>
              <a:rPr lang="en-US" dirty="0" err="1">
                <a:latin typeface="Courier New" panose="02070309020205020404" pitchFamily="49" charset="0"/>
              </a:rPr>
              <a:t>botf</a:t>
            </a:r>
            <a:r>
              <a:rPr lang="en-US" dirty="0">
                <a:latin typeface="Courier New" panose="02070309020205020404" pitchFamily="49" charset="0"/>
              </a:rPr>
              <a:t>, text='Three').pack(side='left')</a:t>
            </a:r>
          </a:p>
          <a:p>
            <a:pPr>
              <a:spcBef>
                <a:spcPct val="0"/>
              </a:spcBef>
            </a:pPr>
            <a:r>
              <a:rPr lang="en-US" dirty="0">
                <a:latin typeface="Courier New" panose="02070309020205020404" pitchFamily="49" charset="0"/>
              </a:rPr>
              <a:t>Label(</a:t>
            </a:r>
            <a:r>
              <a:rPr lang="en-US" dirty="0" err="1">
                <a:latin typeface="Courier New" panose="02070309020205020404" pitchFamily="49" charset="0"/>
              </a:rPr>
              <a:t>botf</a:t>
            </a:r>
            <a:r>
              <a:rPr lang="en-US" dirty="0">
                <a:latin typeface="Courier New" panose="02070309020205020404" pitchFamily="49" charset="0"/>
              </a:rPr>
              <a:t>, text='Four').pack(side='left')</a:t>
            </a:r>
          </a:p>
          <a:p>
            <a:pPr>
              <a:spcBef>
                <a:spcPct val="0"/>
              </a:spcBef>
            </a:pPr>
            <a:endParaRPr lang="en-US" dirty="0">
              <a:latin typeface="Courier New" panose="02070309020205020404" pitchFamily="49" charset="0"/>
            </a:endParaRPr>
          </a:p>
          <a:p>
            <a:pPr>
              <a:spcBef>
                <a:spcPct val="0"/>
              </a:spcBef>
            </a:pPr>
            <a:r>
              <a:rPr lang="en-US" dirty="0" err="1">
                <a:latin typeface="Courier New" panose="02070309020205020404" pitchFamily="49" charset="0"/>
              </a:rPr>
              <a:t>root.mainloop</a:t>
            </a:r>
            <a:r>
              <a:rPr lang="en-US" dirty="0">
                <a:latin typeface="Courier New" panose="02070309020205020404" pitchFamily="49" charset="0"/>
              </a:rPr>
              <a:t>()</a:t>
            </a:r>
            <a:endParaRPr lang="en-GB" dirty="0">
              <a:latin typeface="Courier New" panose="02070309020205020404" pitchFamily="49" charset="0"/>
            </a:endParaRPr>
          </a:p>
        </p:txBody>
      </p:sp>
      <p:sp>
        <p:nvSpPr>
          <p:cNvPr id="9222" name="Text Box 6"/>
          <p:cNvSpPr txBox="1">
            <a:spLocks noChangeArrowheads="1"/>
          </p:cNvSpPr>
          <p:nvPr/>
        </p:nvSpPr>
        <p:spPr bwMode="auto">
          <a:xfrm>
            <a:off x="8747126" y="5997302"/>
            <a:ext cx="1300163" cy="346075"/>
          </a:xfrm>
          <a:prstGeom prst="rect">
            <a:avLst/>
          </a:prstGeom>
          <a:solidFill>
            <a:schemeClr val="bg1"/>
          </a:solidFill>
          <a:ln w="9525">
            <a:solidFill>
              <a:schemeClr val="tx1"/>
            </a:solidFill>
            <a:miter lim="800000"/>
            <a:headEnd/>
            <a:tailEnd/>
          </a:ln>
        </p:spPr>
        <p:txBody>
          <a:bodyPr wrap="non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r>
              <a:rPr lang="en-GB" sz="1600" dirty="0"/>
              <a:t>hierarchy.py</a:t>
            </a:r>
          </a:p>
        </p:txBody>
      </p:sp>
      <p:graphicFrame>
        <p:nvGraphicFramePr>
          <p:cNvPr id="9221" name="Object 5"/>
          <p:cNvGraphicFramePr>
            <a:graphicFrameLocks noGrp="1" noChangeAspect="1"/>
          </p:cNvGraphicFramePr>
          <p:nvPr>
            <p:ph idx="1"/>
            <p:extLst>
              <p:ext uri="{D42A27DB-BD31-4B8C-83A1-F6EECF244321}">
                <p14:modId xmlns:p14="http://schemas.microsoft.com/office/powerpoint/2010/main" val="914377543"/>
              </p:ext>
            </p:extLst>
          </p:nvPr>
        </p:nvGraphicFramePr>
        <p:xfrm>
          <a:off x="8556413" y="2289069"/>
          <a:ext cx="1200150" cy="552450"/>
        </p:xfrm>
        <a:graphic>
          <a:graphicData uri="http://schemas.openxmlformats.org/presentationml/2006/ole">
            <mc:AlternateContent xmlns:mc="http://schemas.openxmlformats.org/markup-compatibility/2006">
              <mc:Choice xmlns:v="urn:schemas-microsoft-com:vml" Requires="v">
                <p:oleObj name="Bitmap Image" r:id="rId3" imgW="1200318" imgH="552527" progId="PBrush">
                  <p:embed/>
                </p:oleObj>
              </mc:Choice>
              <mc:Fallback>
                <p:oleObj name="Bitmap Image" r:id="rId3" imgW="1200318" imgH="552527" progId="PBrush">
                  <p:embed/>
                  <p:pic>
                    <p:nvPicPr>
                      <p:cNvPr id="9221" name="Object 5"/>
                      <p:cNvPicPr>
                        <a:picLocks noGrp="1"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556413" y="2289069"/>
                        <a:ext cx="1200150" cy="5524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oleObj>
              </mc:Fallback>
            </mc:AlternateContent>
          </a:graphicData>
        </a:graphic>
      </p:graphicFrame>
      <p:sp>
        <p:nvSpPr>
          <p:cNvPr id="2" name="Slide Number Placeholder 1">
            <a:extLst>
              <a:ext uri="{FF2B5EF4-FFF2-40B4-BE49-F238E27FC236}">
                <a16:creationId xmlns:a16="http://schemas.microsoft.com/office/drawing/2014/main" id="{19525F06-3DD3-8D27-DD90-9D8FA4DD2011}"/>
              </a:ext>
            </a:extLst>
          </p:cNvPr>
          <p:cNvSpPr>
            <a:spLocks noGrp="1"/>
          </p:cNvSpPr>
          <p:nvPr>
            <p:ph type="sldNum" sz="quarter" idx="4"/>
          </p:nvPr>
        </p:nvSpPr>
        <p:spPr/>
        <p:txBody>
          <a:bodyPr/>
          <a:lstStyle/>
          <a:p>
            <a:fld id="{EF892D59-8F09-EF4B-AD6D-DA609442F868}" type="slidenum">
              <a:rPr lang="en-GB" smtClean="0"/>
              <a:pPr/>
              <a:t>7</a:t>
            </a:fld>
            <a:endParaRPr lang="en-GB" dirty="0"/>
          </a:p>
        </p:txBody>
      </p:sp>
    </p:spTree>
    <p:extLst>
      <p:ext uri="{BB962C8B-B14F-4D97-AF65-F5344CB8AC3E}">
        <p14:creationId xmlns:p14="http://schemas.microsoft.com/office/powerpoint/2010/main" val="89107383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4" name="Rectangle 4"/>
          <p:cNvSpPr>
            <a:spLocks noChangeArrowheads="1"/>
          </p:cNvSpPr>
          <p:nvPr/>
        </p:nvSpPr>
        <p:spPr bwMode="auto">
          <a:xfrm>
            <a:off x="1771985" y="2142375"/>
            <a:ext cx="6784975" cy="4710112"/>
          </a:xfrm>
          <a:prstGeom prst="rect">
            <a:avLst/>
          </a:prstGeom>
          <a:solidFill>
            <a:schemeClr val="tx2">
              <a:lumMod val="20000"/>
              <a:lumOff val="80000"/>
            </a:schemeClr>
          </a:solidFill>
          <a:ln w="12700">
            <a:solidFill>
              <a:schemeClr val="tx1"/>
            </a:solidFill>
            <a:miter lim="800000"/>
            <a:headEnd/>
            <a:tailEnd/>
          </a:ln>
          <a:effectLst/>
        </p:spPr>
        <p:txBody>
          <a:bodyPr lIns="90488" tIns="44450" rIns="90488" bIns="44450">
            <a:spAutoFit/>
          </a:bodyPr>
          <a:lstStyle/>
          <a:p>
            <a:pPr>
              <a:spcBef>
                <a:spcPct val="0"/>
              </a:spcBef>
            </a:pPr>
            <a:r>
              <a:rPr lang="en-US" dirty="0">
                <a:latin typeface="Courier New" panose="02070309020205020404" pitchFamily="49" charset="0"/>
              </a:rPr>
              <a:t>from </a:t>
            </a:r>
            <a:r>
              <a:rPr lang="en-US" dirty="0" err="1">
                <a:latin typeface="Courier New" panose="02070309020205020404" pitchFamily="49" charset="0"/>
              </a:rPr>
              <a:t>tkinter</a:t>
            </a:r>
            <a:r>
              <a:rPr lang="en-US" dirty="0">
                <a:latin typeface="Courier New" panose="02070309020205020404" pitchFamily="49" charset="0"/>
              </a:rPr>
              <a:t> import *</a:t>
            </a:r>
          </a:p>
          <a:p>
            <a:pPr>
              <a:spcBef>
                <a:spcPct val="0"/>
              </a:spcBef>
            </a:pPr>
            <a:endParaRPr lang="en-US" sz="800" dirty="0">
              <a:latin typeface="Courier New" panose="02070309020205020404" pitchFamily="49" charset="0"/>
            </a:endParaRPr>
          </a:p>
          <a:p>
            <a:pPr>
              <a:spcBef>
                <a:spcPct val="0"/>
              </a:spcBef>
            </a:pPr>
            <a:r>
              <a:rPr lang="en-US" dirty="0">
                <a:latin typeface="Courier New" panose="02070309020205020404" pitchFamily="49" charset="0"/>
              </a:rPr>
              <a:t>root = </a:t>
            </a:r>
            <a:r>
              <a:rPr lang="en-US" dirty="0" err="1">
                <a:latin typeface="Courier New" panose="02070309020205020404" pitchFamily="49" charset="0"/>
              </a:rPr>
              <a:t>Tk</a:t>
            </a:r>
            <a:r>
              <a:rPr lang="en-US" dirty="0">
                <a:latin typeface="Courier New" panose="02070309020205020404" pitchFamily="49" charset="0"/>
              </a:rPr>
              <a:t>()</a:t>
            </a:r>
          </a:p>
          <a:p>
            <a:pPr>
              <a:spcBef>
                <a:spcPct val="0"/>
              </a:spcBef>
            </a:pPr>
            <a:r>
              <a:rPr lang="en-US" dirty="0">
                <a:latin typeface="Courier New" panose="02070309020205020404" pitchFamily="49" charset="0"/>
              </a:rPr>
              <a:t>button = Button(root)</a:t>
            </a:r>
          </a:p>
          <a:p>
            <a:pPr>
              <a:spcBef>
                <a:spcPct val="0"/>
              </a:spcBef>
            </a:pPr>
            <a:r>
              <a:rPr lang="en-US" dirty="0" err="1">
                <a:latin typeface="Courier New" panose="02070309020205020404" pitchFamily="49" charset="0"/>
              </a:rPr>
              <a:t>button.pack</a:t>
            </a:r>
            <a:r>
              <a:rPr lang="en-US" dirty="0">
                <a:latin typeface="Courier New" panose="02070309020205020404" pitchFamily="49" charset="0"/>
              </a:rPr>
              <a:t>()</a:t>
            </a:r>
          </a:p>
          <a:p>
            <a:pPr>
              <a:spcBef>
                <a:spcPct val="0"/>
              </a:spcBef>
            </a:pPr>
            <a:r>
              <a:rPr lang="en-US" dirty="0">
                <a:latin typeface="Courier New" panose="02070309020205020404" pitchFamily="49" charset="0"/>
              </a:rPr>
              <a:t>label  = Label(root, text="I'm here")</a:t>
            </a:r>
          </a:p>
          <a:p>
            <a:pPr>
              <a:spcBef>
                <a:spcPct val="0"/>
              </a:spcBef>
            </a:pPr>
            <a:endParaRPr lang="en-US" sz="800" dirty="0">
              <a:latin typeface="Courier New" panose="02070309020205020404" pitchFamily="49" charset="0"/>
            </a:endParaRPr>
          </a:p>
          <a:p>
            <a:pPr>
              <a:spcBef>
                <a:spcPct val="0"/>
              </a:spcBef>
            </a:pPr>
            <a:r>
              <a:rPr lang="en-US" dirty="0" err="1">
                <a:latin typeface="Courier New" panose="02070309020205020404" pitchFamily="49" charset="0"/>
              </a:rPr>
              <a:t>def</a:t>
            </a:r>
            <a:r>
              <a:rPr lang="en-US" dirty="0">
                <a:latin typeface="Courier New" panose="02070309020205020404" pitchFamily="49" charset="0"/>
              </a:rPr>
              <a:t> </a:t>
            </a:r>
            <a:r>
              <a:rPr lang="en-US" dirty="0" err="1">
                <a:latin typeface="Courier New" panose="02070309020205020404" pitchFamily="49" charset="0"/>
              </a:rPr>
              <a:t>hide_label</a:t>
            </a:r>
            <a:r>
              <a:rPr lang="en-US" dirty="0">
                <a:latin typeface="Courier New" panose="02070309020205020404" pitchFamily="49" charset="0"/>
              </a:rPr>
              <a:t>():</a:t>
            </a:r>
          </a:p>
          <a:p>
            <a:pPr>
              <a:spcBef>
                <a:spcPct val="0"/>
              </a:spcBef>
            </a:pPr>
            <a:r>
              <a:rPr lang="en-US" dirty="0">
                <a:latin typeface="Courier New" panose="02070309020205020404" pitchFamily="49" charset="0"/>
              </a:rPr>
              <a:t>    </a:t>
            </a:r>
            <a:r>
              <a:rPr lang="en-US" dirty="0" err="1">
                <a:latin typeface="Courier New" panose="02070309020205020404" pitchFamily="49" charset="0"/>
              </a:rPr>
              <a:t>label.forget</a:t>
            </a:r>
            <a:r>
              <a:rPr lang="en-US" dirty="0">
                <a:latin typeface="Courier New" panose="02070309020205020404" pitchFamily="49" charset="0"/>
              </a:rPr>
              <a:t>();</a:t>
            </a:r>
          </a:p>
          <a:p>
            <a:pPr>
              <a:spcBef>
                <a:spcPct val="0"/>
              </a:spcBef>
            </a:pPr>
            <a:r>
              <a:rPr lang="en-US" dirty="0">
                <a:latin typeface="Courier New" panose="02070309020205020404" pitchFamily="49" charset="0"/>
              </a:rPr>
              <a:t>    </a:t>
            </a:r>
            <a:r>
              <a:rPr lang="en-US" dirty="0" err="1">
                <a:latin typeface="Courier New" panose="02070309020205020404" pitchFamily="49" charset="0"/>
              </a:rPr>
              <a:t>button.configure</a:t>
            </a:r>
            <a:r>
              <a:rPr lang="en-US" dirty="0">
                <a:latin typeface="Courier New" panose="02070309020205020404" pitchFamily="49" charset="0"/>
              </a:rPr>
              <a:t>(text="Show Label", </a:t>
            </a:r>
          </a:p>
          <a:p>
            <a:pPr>
              <a:spcBef>
                <a:spcPct val="0"/>
              </a:spcBef>
            </a:pPr>
            <a:r>
              <a:rPr lang="en-US" dirty="0">
                <a:latin typeface="Courier New" panose="02070309020205020404" pitchFamily="49" charset="0"/>
              </a:rPr>
              <a:t>                     command=</a:t>
            </a:r>
            <a:r>
              <a:rPr lang="en-US" dirty="0" err="1">
                <a:latin typeface="Courier New" panose="02070309020205020404" pitchFamily="49" charset="0"/>
              </a:rPr>
              <a:t>show_label</a:t>
            </a:r>
            <a:r>
              <a:rPr lang="en-US" dirty="0">
                <a:latin typeface="Courier New" panose="02070309020205020404" pitchFamily="49" charset="0"/>
              </a:rPr>
              <a:t>)</a:t>
            </a:r>
          </a:p>
          <a:p>
            <a:pPr>
              <a:spcBef>
                <a:spcPct val="0"/>
              </a:spcBef>
            </a:pPr>
            <a:endParaRPr lang="en-US" sz="800" dirty="0">
              <a:latin typeface="Courier New" panose="02070309020205020404" pitchFamily="49" charset="0"/>
            </a:endParaRPr>
          </a:p>
          <a:p>
            <a:pPr>
              <a:spcBef>
                <a:spcPct val="0"/>
              </a:spcBef>
            </a:pPr>
            <a:r>
              <a:rPr lang="en-US" dirty="0" err="1">
                <a:latin typeface="Courier New" panose="02070309020205020404" pitchFamily="49" charset="0"/>
              </a:rPr>
              <a:t>def</a:t>
            </a:r>
            <a:r>
              <a:rPr lang="en-US" dirty="0">
                <a:latin typeface="Courier New" panose="02070309020205020404" pitchFamily="49" charset="0"/>
              </a:rPr>
              <a:t> </a:t>
            </a:r>
            <a:r>
              <a:rPr lang="en-US" dirty="0" err="1">
                <a:latin typeface="Courier New" panose="02070309020205020404" pitchFamily="49" charset="0"/>
              </a:rPr>
              <a:t>show_label</a:t>
            </a:r>
            <a:r>
              <a:rPr lang="en-US" dirty="0">
                <a:latin typeface="Courier New" panose="02070309020205020404" pitchFamily="49" charset="0"/>
              </a:rPr>
              <a:t>():</a:t>
            </a:r>
          </a:p>
          <a:p>
            <a:pPr>
              <a:spcBef>
                <a:spcPct val="0"/>
              </a:spcBef>
            </a:pPr>
            <a:r>
              <a:rPr lang="en-US" dirty="0">
                <a:latin typeface="Courier New" panose="02070309020205020404" pitchFamily="49" charset="0"/>
              </a:rPr>
              <a:t>    </a:t>
            </a:r>
            <a:r>
              <a:rPr lang="en-US" dirty="0" err="1">
                <a:latin typeface="Courier New" panose="02070309020205020404" pitchFamily="49" charset="0"/>
              </a:rPr>
              <a:t>label.pack</a:t>
            </a:r>
            <a:r>
              <a:rPr lang="en-US" dirty="0">
                <a:latin typeface="Courier New" panose="02070309020205020404" pitchFamily="49" charset="0"/>
              </a:rPr>
              <a:t>()</a:t>
            </a:r>
          </a:p>
          <a:p>
            <a:r>
              <a:rPr lang="en-US" dirty="0">
                <a:latin typeface="Courier New" panose="02070309020205020404" pitchFamily="49" charset="0"/>
              </a:rPr>
              <a:t>    </a:t>
            </a:r>
            <a:r>
              <a:rPr lang="en-US" dirty="0" err="1">
                <a:latin typeface="Courier New" panose="02070309020205020404" pitchFamily="49" charset="0"/>
              </a:rPr>
              <a:t>button.configure</a:t>
            </a:r>
            <a:r>
              <a:rPr lang="en-US" dirty="0">
                <a:latin typeface="Courier New" panose="02070309020205020404" pitchFamily="49" charset="0"/>
              </a:rPr>
              <a:t>(text="Hide Label",</a:t>
            </a:r>
          </a:p>
          <a:p>
            <a:pPr>
              <a:spcBef>
                <a:spcPct val="0"/>
              </a:spcBef>
            </a:pPr>
            <a:r>
              <a:rPr lang="en-US" dirty="0">
                <a:latin typeface="Courier New" panose="02070309020205020404" pitchFamily="49" charset="0"/>
              </a:rPr>
              <a:t>                     command=</a:t>
            </a:r>
            <a:r>
              <a:rPr lang="en-US" dirty="0" err="1">
                <a:latin typeface="Courier New" panose="02070309020205020404" pitchFamily="49" charset="0"/>
              </a:rPr>
              <a:t>hide_label</a:t>
            </a:r>
            <a:r>
              <a:rPr lang="en-US" dirty="0">
                <a:latin typeface="Courier New" panose="02070309020205020404" pitchFamily="49" charset="0"/>
              </a:rPr>
              <a:t>)</a:t>
            </a:r>
          </a:p>
          <a:p>
            <a:pPr>
              <a:spcBef>
                <a:spcPct val="0"/>
              </a:spcBef>
            </a:pPr>
            <a:endParaRPr lang="en-US" sz="800" dirty="0">
              <a:latin typeface="Courier New" panose="02070309020205020404" pitchFamily="49" charset="0"/>
            </a:endParaRPr>
          </a:p>
          <a:p>
            <a:pPr>
              <a:spcBef>
                <a:spcPct val="0"/>
              </a:spcBef>
            </a:pPr>
            <a:r>
              <a:rPr lang="en-US" dirty="0" err="1">
                <a:latin typeface="Courier New" panose="02070309020205020404" pitchFamily="49" charset="0"/>
              </a:rPr>
              <a:t>show_label</a:t>
            </a:r>
            <a:r>
              <a:rPr lang="en-US" dirty="0">
                <a:latin typeface="Courier New" panose="02070309020205020404" pitchFamily="49" charset="0"/>
              </a:rPr>
              <a:t>()</a:t>
            </a:r>
          </a:p>
          <a:p>
            <a:pPr>
              <a:spcBef>
                <a:spcPct val="0"/>
              </a:spcBef>
            </a:pPr>
            <a:r>
              <a:rPr lang="en-US" dirty="0" err="1">
                <a:latin typeface="Courier New" panose="02070309020205020404" pitchFamily="49" charset="0"/>
              </a:rPr>
              <a:t>root.mainloop</a:t>
            </a:r>
            <a:r>
              <a:rPr lang="en-US" dirty="0">
                <a:latin typeface="Courier New" panose="02070309020205020404" pitchFamily="49" charset="0"/>
              </a:rPr>
              <a:t>()</a:t>
            </a:r>
          </a:p>
        </p:txBody>
      </p:sp>
      <p:graphicFrame>
        <p:nvGraphicFramePr>
          <p:cNvPr id="10246" name="Object 6"/>
          <p:cNvGraphicFramePr>
            <a:graphicFrameLocks noGrp="1" noChangeAspect="1"/>
          </p:cNvGraphicFramePr>
          <p:nvPr>
            <p:ph idx="1"/>
            <p:extLst>
              <p:ext uri="{D42A27DB-BD31-4B8C-83A1-F6EECF244321}">
                <p14:modId xmlns:p14="http://schemas.microsoft.com/office/powerpoint/2010/main" val="3857157087"/>
              </p:ext>
            </p:extLst>
          </p:nvPr>
        </p:nvGraphicFramePr>
        <p:xfrm>
          <a:off x="8114047" y="3764006"/>
          <a:ext cx="1257300" cy="1466850"/>
        </p:xfrm>
        <a:graphic>
          <a:graphicData uri="http://schemas.openxmlformats.org/presentationml/2006/ole">
            <mc:AlternateContent xmlns:mc="http://schemas.openxmlformats.org/markup-compatibility/2006">
              <mc:Choice xmlns:v="urn:schemas-microsoft-com:vml" Requires="v">
                <p:oleObj name="Bitmap Image" r:id="rId3" imgW="1257476" imgH="1467055" progId="PBrush">
                  <p:embed/>
                </p:oleObj>
              </mc:Choice>
              <mc:Fallback>
                <p:oleObj name="Bitmap Image" r:id="rId3" imgW="1257476" imgH="1467055" progId="PBrush">
                  <p:embed/>
                  <p:pic>
                    <p:nvPicPr>
                      <p:cNvPr id="10246" name="Object 6"/>
                      <p:cNvPicPr>
                        <a:picLocks noGrp="1"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114047" y="3764006"/>
                        <a:ext cx="1257300" cy="14668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oleObj>
              </mc:Fallback>
            </mc:AlternateContent>
          </a:graphicData>
        </a:graphic>
      </p:graphicFrame>
      <p:sp>
        <p:nvSpPr>
          <p:cNvPr id="10245" name="Text Box 5"/>
          <p:cNvSpPr txBox="1">
            <a:spLocks noChangeArrowheads="1"/>
          </p:cNvSpPr>
          <p:nvPr/>
        </p:nvSpPr>
        <p:spPr bwMode="auto">
          <a:xfrm>
            <a:off x="6350335" y="2111400"/>
            <a:ext cx="3527425" cy="593725"/>
          </a:xfrm>
          <a:prstGeom prst="rect">
            <a:avLst/>
          </a:prstGeom>
          <a:solidFill>
            <a:schemeClr val="bg1"/>
          </a:solidFill>
          <a:ln w="12700">
            <a:solidFill>
              <a:schemeClr val="tx1"/>
            </a:solidFill>
            <a:miter lim="800000"/>
            <a:headEnd/>
            <a:tailEnd/>
          </a:ln>
        </p:spPr>
        <p:txBody>
          <a:bodyPr>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a:spcBef>
                <a:spcPct val="0"/>
              </a:spcBef>
            </a:pPr>
            <a:r>
              <a:rPr lang="en-US" sz="1600">
                <a:solidFill>
                  <a:srgbClr val="000046"/>
                </a:solidFill>
              </a:rPr>
              <a:t>Initial size is computed and resized when window size changes</a:t>
            </a:r>
            <a:endParaRPr lang="en-GB" sz="1600"/>
          </a:p>
        </p:txBody>
      </p:sp>
      <p:sp>
        <p:nvSpPr>
          <p:cNvPr id="10247" name="Text Box 7"/>
          <p:cNvSpPr txBox="1">
            <a:spLocks noChangeArrowheads="1"/>
          </p:cNvSpPr>
          <p:nvPr/>
        </p:nvSpPr>
        <p:spPr bwMode="auto">
          <a:xfrm>
            <a:off x="7831473" y="6476251"/>
            <a:ext cx="1220787" cy="346075"/>
          </a:xfrm>
          <a:prstGeom prst="rect">
            <a:avLst/>
          </a:prstGeom>
          <a:solidFill>
            <a:schemeClr val="bg1"/>
          </a:solidFill>
          <a:ln w="9525">
            <a:solidFill>
              <a:schemeClr val="tx1"/>
            </a:solidFill>
            <a:miter lim="800000"/>
            <a:headEnd/>
            <a:tailEnd/>
          </a:ln>
        </p:spPr>
        <p:txBody>
          <a:bodyPr wrap="non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r>
              <a:rPr lang="en-GB" sz="1600"/>
              <a:t>dynamic.py</a:t>
            </a:r>
          </a:p>
        </p:txBody>
      </p:sp>
      <p:sp>
        <p:nvSpPr>
          <p:cNvPr id="10242" name="Rectangle 2"/>
          <p:cNvSpPr>
            <a:spLocks noGrp="1" noChangeArrowheads="1"/>
          </p:cNvSpPr>
          <p:nvPr>
            <p:ph type="title"/>
          </p:nvPr>
        </p:nvSpPr>
        <p:spPr>
          <a:xfrm>
            <a:off x="1037554" y="277651"/>
            <a:ext cx="11517818" cy="805001"/>
          </a:xfrm>
        </p:spPr>
        <p:txBody>
          <a:bodyPr/>
          <a:lstStyle/>
          <a:p>
            <a:pPr eaLnBrk="1" hangingPunct="1"/>
            <a:r>
              <a:rPr lang="en-US" dirty="0"/>
              <a:t>Widgets are dynamic</a:t>
            </a:r>
          </a:p>
        </p:txBody>
      </p:sp>
      <p:sp>
        <p:nvSpPr>
          <p:cNvPr id="10243" name="Rectangle 3"/>
          <p:cNvSpPr>
            <a:spLocks noGrp="1" noChangeArrowheads="1"/>
          </p:cNvSpPr>
          <p:nvPr>
            <p:ph type="body" sz="quarter" idx="4294967295"/>
          </p:nvPr>
        </p:nvSpPr>
        <p:spPr>
          <a:xfrm>
            <a:off x="613348" y="1082652"/>
            <a:ext cx="11715750" cy="5214937"/>
          </a:xfrm>
        </p:spPr>
        <p:txBody>
          <a:bodyPr/>
          <a:lstStyle/>
          <a:p>
            <a:r>
              <a:rPr lang="en-US" b="1" dirty="0"/>
              <a:t>Widgets may be added or removed while running.</a:t>
            </a:r>
          </a:p>
          <a:p>
            <a:pPr lvl="1">
              <a:buFont typeface="Arial" panose="020B0604020202020204" pitchFamily="34" charset="0"/>
              <a:buChar char="•"/>
            </a:pPr>
            <a:r>
              <a:rPr lang="en-US" dirty="0"/>
              <a:t>All widgets dynamically sized.</a:t>
            </a:r>
          </a:p>
        </p:txBody>
      </p:sp>
      <p:sp>
        <p:nvSpPr>
          <p:cNvPr id="2" name="Slide Number Placeholder 1">
            <a:extLst>
              <a:ext uri="{FF2B5EF4-FFF2-40B4-BE49-F238E27FC236}">
                <a16:creationId xmlns:a16="http://schemas.microsoft.com/office/drawing/2014/main" id="{0F5879A6-9F11-26F7-78D2-6591B6E51F8D}"/>
              </a:ext>
            </a:extLst>
          </p:cNvPr>
          <p:cNvSpPr>
            <a:spLocks noGrp="1"/>
          </p:cNvSpPr>
          <p:nvPr>
            <p:ph type="sldNum" sz="quarter" idx="4"/>
          </p:nvPr>
        </p:nvSpPr>
        <p:spPr/>
        <p:txBody>
          <a:bodyPr/>
          <a:lstStyle/>
          <a:p>
            <a:fld id="{EF892D59-8F09-EF4B-AD6D-DA609442F868}" type="slidenum">
              <a:rPr lang="en-GB" smtClean="0"/>
              <a:pPr/>
              <a:t>8</a:t>
            </a:fld>
            <a:endParaRPr lang="en-GB" dirty="0"/>
          </a:p>
        </p:txBody>
      </p:sp>
    </p:spTree>
    <p:extLst>
      <p:ext uri="{BB962C8B-B14F-4D97-AF65-F5344CB8AC3E}">
        <p14:creationId xmlns:p14="http://schemas.microsoft.com/office/powerpoint/2010/main" val="43234888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8" name="Rectangle 4"/>
          <p:cNvSpPr>
            <a:spLocks noChangeArrowheads="1"/>
          </p:cNvSpPr>
          <p:nvPr/>
        </p:nvSpPr>
        <p:spPr bwMode="auto">
          <a:xfrm>
            <a:off x="1724302" y="1796255"/>
            <a:ext cx="8031163" cy="5014193"/>
          </a:xfrm>
          <a:prstGeom prst="rect">
            <a:avLst/>
          </a:prstGeom>
          <a:solidFill>
            <a:schemeClr val="tx2">
              <a:lumMod val="20000"/>
              <a:lumOff val="80000"/>
            </a:schemeClr>
          </a:solidFill>
          <a:ln w="12700">
            <a:solidFill>
              <a:schemeClr val="tx1"/>
            </a:solidFill>
            <a:miter lim="800000"/>
            <a:headEnd/>
            <a:tailEnd/>
          </a:ln>
          <a:effectLst/>
        </p:spPr>
        <p:txBody>
          <a:bodyPr lIns="90488" tIns="44450" rIns="90488" bIns="44450">
            <a:spAutoFit/>
          </a:bodyPr>
          <a:lstStyle/>
          <a:p>
            <a:pPr>
              <a:spcBef>
                <a:spcPct val="0"/>
              </a:spcBef>
            </a:pPr>
            <a:r>
              <a:rPr lang="en-US" dirty="0">
                <a:latin typeface="Courier New" panose="02070309020205020404" pitchFamily="49" charset="0"/>
              </a:rPr>
              <a:t>from </a:t>
            </a:r>
            <a:r>
              <a:rPr lang="en-US" dirty="0" err="1">
                <a:latin typeface="Courier New" panose="02070309020205020404" pitchFamily="49" charset="0"/>
              </a:rPr>
              <a:t>tkinter</a:t>
            </a:r>
            <a:r>
              <a:rPr lang="en-US" dirty="0">
                <a:latin typeface="Courier New" panose="02070309020205020404" pitchFamily="49" charset="0"/>
              </a:rPr>
              <a:t> import *</a:t>
            </a:r>
          </a:p>
          <a:p>
            <a:pPr>
              <a:spcBef>
                <a:spcPct val="0"/>
              </a:spcBef>
            </a:pPr>
            <a:r>
              <a:rPr lang="en-US" dirty="0">
                <a:latin typeface="Courier New" panose="02070309020205020404" pitchFamily="49" charset="0"/>
              </a:rPr>
              <a:t>root = </a:t>
            </a:r>
            <a:r>
              <a:rPr lang="en-US" dirty="0" err="1">
                <a:latin typeface="Courier New" panose="02070309020205020404" pitchFamily="49" charset="0"/>
              </a:rPr>
              <a:t>Tk</a:t>
            </a:r>
            <a:r>
              <a:rPr lang="en-US" dirty="0">
                <a:latin typeface="Courier New" panose="02070309020205020404" pitchFamily="49" charset="0"/>
              </a:rPr>
              <a:t>()</a:t>
            </a:r>
          </a:p>
          <a:p>
            <a:pPr>
              <a:spcBef>
                <a:spcPct val="0"/>
              </a:spcBef>
            </a:pPr>
            <a:r>
              <a:rPr lang="en-US" dirty="0" err="1">
                <a:latin typeface="Courier New" panose="02070309020205020404" pitchFamily="49" charset="0"/>
              </a:rPr>
              <a:t>root.title</a:t>
            </a:r>
            <a:r>
              <a:rPr lang="en-US" dirty="0">
                <a:latin typeface="Courier New" panose="02070309020205020404" pitchFamily="49" charset="0"/>
              </a:rPr>
              <a:t>('Window Title')</a:t>
            </a:r>
          </a:p>
          <a:p>
            <a:pPr>
              <a:spcBef>
                <a:spcPct val="0"/>
              </a:spcBef>
            </a:pPr>
            <a:r>
              <a:rPr lang="en-US" dirty="0" err="1">
                <a:latin typeface="Courier New" panose="02070309020205020404" pitchFamily="49" charset="0"/>
              </a:rPr>
              <a:t>root.wm_iconbitmap</a:t>
            </a:r>
            <a:r>
              <a:rPr lang="en-US" dirty="0">
                <a:latin typeface="Courier New" panose="02070309020205020404" pitchFamily="49" charset="0"/>
              </a:rPr>
              <a:t>('qa.ico')</a:t>
            </a:r>
          </a:p>
          <a:p>
            <a:pPr>
              <a:spcBef>
                <a:spcPct val="0"/>
              </a:spcBef>
            </a:pPr>
            <a:endParaRPr lang="en-US" sz="800" dirty="0">
              <a:latin typeface="Courier New" panose="02070309020205020404" pitchFamily="49" charset="0"/>
            </a:endParaRPr>
          </a:p>
          <a:p>
            <a:pPr>
              <a:spcBef>
                <a:spcPct val="0"/>
              </a:spcBef>
            </a:pPr>
            <a:r>
              <a:rPr lang="en-US" dirty="0">
                <a:latin typeface="Courier New" panose="02070309020205020404" pitchFamily="49" charset="0"/>
              </a:rPr>
              <a:t>mbar = Menu(root)</a:t>
            </a:r>
          </a:p>
          <a:p>
            <a:pPr>
              <a:spcBef>
                <a:spcPct val="0"/>
              </a:spcBef>
            </a:pPr>
            <a:r>
              <a:rPr lang="en-US" dirty="0" err="1">
                <a:latin typeface="Courier New" panose="02070309020205020404" pitchFamily="49" charset="0"/>
              </a:rPr>
              <a:t>filemenu</a:t>
            </a:r>
            <a:r>
              <a:rPr lang="en-US" dirty="0">
                <a:latin typeface="Courier New" panose="02070309020205020404" pitchFamily="49" charset="0"/>
              </a:rPr>
              <a:t> = Menu(mbar, </a:t>
            </a:r>
            <a:r>
              <a:rPr lang="en-US" dirty="0" err="1">
                <a:latin typeface="Courier New" panose="02070309020205020404" pitchFamily="49" charset="0"/>
              </a:rPr>
              <a:t>tearoff</a:t>
            </a:r>
            <a:r>
              <a:rPr lang="en-US" dirty="0">
                <a:latin typeface="Courier New" panose="02070309020205020404" pitchFamily="49" charset="0"/>
              </a:rPr>
              <a:t>=0)</a:t>
            </a:r>
          </a:p>
          <a:p>
            <a:r>
              <a:rPr lang="en-US" dirty="0" err="1">
                <a:latin typeface="Courier New" panose="02070309020205020404" pitchFamily="49" charset="0"/>
              </a:rPr>
              <a:t>filemenu.add_command</a:t>
            </a:r>
            <a:r>
              <a:rPr lang="en-US" dirty="0">
                <a:latin typeface="Courier New" panose="02070309020205020404" pitchFamily="49" charset="0"/>
              </a:rPr>
              <a:t>(label='Quit',</a:t>
            </a:r>
          </a:p>
          <a:p>
            <a:pPr>
              <a:spcBef>
                <a:spcPct val="0"/>
              </a:spcBef>
            </a:pPr>
            <a:r>
              <a:rPr lang="en-US" dirty="0">
                <a:latin typeface="Courier New" panose="02070309020205020404" pitchFamily="49" charset="0"/>
              </a:rPr>
              <a:t>	               command=lambda: </a:t>
            </a:r>
            <a:r>
              <a:rPr lang="en-US" dirty="0" err="1">
                <a:latin typeface="Courier New" panose="02070309020205020404" pitchFamily="49" charset="0"/>
              </a:rPr>
              <a:t>root.destroy</a:t>
            </a:r>
            <a:r>
              <a:rPr lang="en-US" dirty="0">
                <a:latin typeface="Courier New" panose="02070309020205020404" pitchFamily="49" charset="0"/>
              </a:rPr>
              <a:t>())</a:t>
            </a:r>
          </a:p>
          <a:p>
            <a:pPr>
              <a:spcBef>
                <a:spcPct val="0"/>
              </a:spcBef>
            </a:pPr>
            <a:r>
              <a:rPr lang="en-US" dirty="0" err="1">
                <a:latin typeface="Courier New" panose="02070309020205020404" pitchFamily="49" charset="0"/>
              </a:rPr>
              <a:t>helpmenu</a:t>
            </a:r>
            <a:r>
              <a:rPr lang="en-US" dirty="0">
                <a:latin typeface="Courier New" panose="02070309020205020404" pitchFamily="49" charset="0"/>
              </a:rPr>
              <a:t> = Menu(mbar, </a:t>
            </a:r>
            <a:r>
              <a:rPr lang="en-US" dirty="0" err="1">
                <a:latin typeface="Courier New" panose="02070309020205020404" pitchFamily="49" charset="0"/>
              </a:rPr>
              <a:t>tearoff</a:t>
            </a:r>
            <a:r>
              <a:rPr lang="en-US" dirty="0">
                <a:latin typeface="Courier New" panose="02070309020205020404" pitchFamily="49" charset="0"/>
              </a:rPr>
              <a:t>=0)</a:t>
            </a:r>
          </a:p>
          <a:p>
            <a:pPr>
              <a:spcBef>
                <a:spcPct val="0"/>
              </a:spcBef>
            </a:pPr>
            <a:r>
              <a:rPr lang="en-US" dirty="0" err="1">
                <a:latin typeface="Courier New" panose="02070309020205020404" pitchFamily="49" charset="0"/>
              </a:rPr>
              <a:t>helpmenu.add_command</a:t>
            </a:r>
            <a:r>
              <a:rPr lang="en-US" dirty="0">
                <a:latin typeface="Courier New" panose="02070309020205020404" pitchFamily="49" charset="0"/>
              </a:rPr>
              <a:t>(label='RTFM')	         </a:t>
            </a:r>
          </a:p>
          <a:p>
            <a:pPr>
              <a:spcBef>
                <a:spcPct val="0"/>
              </a:spcBef>
            </a:pPr>
            <a:r>
              <a:rPr lang="en-US" sz="800" dirty="0">
                <a:latin typeface="Courier New" panose="02070309020205020404" pitchFamily="49" charset="0"/>
              </a:rPr>
              <a:t>	         </a:t>
            </a:r>
          </a:p>
          <a:p>
            <a:r>
              <a:rPr lang="en-US" dirty="0" err="1">
                <a:latin typeface="Courier New" panose="02070309020205020404" pitchFamily="49" charset="0"/>
              </a:rPr>
              <a:t>mbar.add_cascade</a:t>
            </a:r>
            <a:r>
              <a:rPr lang="en-US" dirty="0">
                <a:latin typeface="Courier New" panose="02070309020205020404" pitchFamily="49" charset="0"/>
              </a:rPr>
              <a:t>(label='File', menu=</a:t>
            </a:r>
            <a:r>
              <a:rPr lang="en-US" dirty="0" err="1">
                <a:latin typeface="Courier New" panose="02070309020205020404" pitchFamily="49" charset="0"/>
              </a:rPr>
              <a:t>filemenu</a:t>
            </a:r>
            <a:r>
              <a:rPr lang="en-US" dirty="0">
                <a:latin typeface="Courier New" panose="02070309020205020404" pitchFamily="49" charset="0"/>
              </a:rPr>
              <a:t>)</a:t>
            </a:r>
          </a:p>
          <a:p>
            <a:r>
              <a:rPr lang="en-US" dirty="0" err="1">
                <a:latin typeface="Courier New" panose="02070309020205020404" pitchFamily="49" charset="0"/>
              </a:rPr>
              <a:t>mbar.add_cascade</a:t>
            </a:r>
            <a:r>
              <a:rPr lang="en-US" dirty="0">
                <a:latin typeface="Courier New" panose="02070309020205020404" pitchFamily="49" charset="0"/>
              </a:rPr>
              <a:t>(label='Help', menu=</a:t>
            </a:r>
            <a:r>
              <a:rPr lang="en-US" dirty="0" err="1">
                <a:latin typeface="Courier New" panose="02070309020205020404" pitchFamily="49" charset="0"/>
              </a:rPr>
              <a:t>helpmenu</a:t>
            </a:r>
            <a:r>
              <a:rPr lang="en-US" dirty="0">
                <a:latin typeface="Courier New" panose="02070309020205020404" pitchFamily="49" charset="0"/>
              </a:rPr>
              <a:t>)</a:t>
            </a:r>
          </a:p>
          <a:p>
            <a:pPr>
              <a:spcBef>
                <a:spcPct val="0"/>
              </a:spcBef>
            </a:pPr>
            <a:r>
              <a:rPr lang="en-US" dirty="0" err="1">
                <a:latin typeface="Courier New" panose="02070309020205020404" pitchFamily="49" charset="0"/>
              </a:rPr>
              <a:t>root.config</a:t>
            </a:r>
            <a:r>
              <a:rPr lang="en-US" dirty="0">
                <a:latin typeface="Courier New" panose="02070309020205020404" pitchFamily="49" charset="0"/>
              </a:rPr>
              <a:t>(menu=mbar)</a:t>
            </a:r>
          </a:p>
          <a:p>
            <a:pPr>
              <a:spcBef>
                <a:spcPct val="0"/>
              </a:spcBef>
            </a:pPr>
            <a:endParaRPr lang="en-US" sz="800" dirty="0">
              <a:latin typeface="Courier New" panose="02070309020205020404" pitchFamily="49" charset="0"/>
            </a:endParaRPr>
          </a:p>
          <a:p>
            <a:r>
              <a:rPr lang="en-US" dirty="0" err="1">
                <a:latin typeface="Courier New" panose="02070309020205020404" pitchFamily="49" charset="0"/>
              </a:rPr>
              <a:t>bt</a:t>
            </a:r>
            <a:r>
              <a:rPr lang="en-US" dirty="0">
                <a:latin typeface="Courier New" panose="02070309020205020404" pitchFamily="49" charset="0"/>
              </a:rPr>
              <a:t> = Button(root, text ='Click Me!', command=</a:t>
            </a:r>
            <a:r>
              <a:rPr lang="en-US" dirty="0" err="1">
                <a:latin typeface="Courier New" panose="02070309020205020404" pitchFamily="49" charset="0"/>
              </a:rPr>
              <a:t>button_proc</a:t>
            </a:r>
            <a:r>
              <a:rPr lang="en-US" dirty="0">
                <a:latin typeface="Courier New" panose="02070309020205020404" pitchFamily="49" charset="0"/>
              </a:rPr>
              <a:t>)</a:t>
            </a:r>
          </a:p>
          <a:p>
            <a:pPr>
              <a:spcBef>
                <a:spcPct val="0"/>
              </a:spcBef>
            </a:pPr>
            <a:r>
              <a:rPr lang="en-US" dirty="0" err="1">
                <a:latin typeface="Courier New" panose="02070309020205020404" pitchFamily="49" charset="0"/>
              </a:rPr>
              <a:t>bt.pack</a:t>
            </a:r>
            <a:r>
              <a:rPr lang="en-US" dirty="0">
                <a:latin typeface="Courier New" panose="02070309020205020404" pitchFamily="49" charset="0"/>
              </a:rPr>
              <a:t>()</a:t>
            </a:r>
          </a:p>
          <a:p>
            <a:pPr>
              <a:spcBef>
                <a:spcPct val="0"/>
              </a:spcBef>
            </a:pPr>
            <a:endParaRPr lang="en-US" sz="800" dirty="0">
              <a:latin typeface="Courier New" panose="02070309020205020404" pitchFamily="49" charset="0"/>
            </a:endParaRPr>
          </a:p>
          <a:p>
            <a:pPr>
              <a:spcBef>
                <a:spcPct val="0"/>
              </a:spcBef>
            </a:pPr>
            <a:r>
              <a:rPr lang="en-US" dirty="0" err="1">
                <a:latin typeface="Courier New" panose="02070309020205020404" pitchFamily="49" charset="0"/>
              </a:rPr>
              <a:t>root.mainloop</a:t>
            </a:r>
            <a:r>
              <a:rPr lang="en-US" dirty="0">
                <a:latin typeface="Courier New" panose="02070309020205020404" pitchFamily="49" charset="0"/>
              </a:rPr>
              <a:t>()</a:t>
            </a:r>
          </a:p>
        </p:txBody>
      </p:sp>
      <p:sp>
        <p:nvSpPr>
          <p:cNvPr id="11266" name="Rectangle 2"/>
          <p:cNvSpPr>
            <a:spLocks noGrp="1" noChangeArrowheads="1"/>
          </p:cNvSpPr>
          <p:nvPr>
            <p:ph type="title"/>
          </p:nvPr>
        </p:nvSpPr>
        <p:spPr>
          <a:xfrm>
            <a:off x="952713" y="289051"/>
            <a:ext cx="11517818" cy="805001"/>
          </a:xfrm>
        </p:spPr>
        <p:txBody>
          <a:bodyPr/>
          <a:lstStyle/>
          <a:p>
            <a:pPr eaLnBrk="1" hangingPunct="1"/>
            <a:r>
              <a:rPr lang="en-US" dirty="0"/>
              <a:t>Building a main window</a:t>
            </a:r>
          </a:p>
        </p:txBody>
      </p:sp>
      <p:graphicFrame>
        <p:nvGraphicFramePr>
          <p:cNvPr id="11269" name="Object 5"/>
          <p:cNvGraphicFramePr>
            <a:graphicFrameLocks noGrp="1" noChangeAspect="1"/>
          </p:cNvGraphicFramePr>
          <p:nvPr>
            <p:ph idx="1"/>
            <p:extLst>
              <p:ext uri="{D42A27DB-BD31-4B8C-83A1-F6EECF244321}">
                <p14:modId xmlns:p14="http://schemas.microsoft.com/office/powerpoint/2010/main" val="4258828368"/>
              </p:ext>
            </p:extLst>
          </p:nvPr>
        </p:nvGraphicFramePr>
        <p:xfrm>
          <a:off x="8267423" y="2171519"/>
          <a:ext cx="2200275" cy="942975"/>
        </p:xfrm>
        <a:graphic>
          <a:graphicData uri="http://schemas.openxmlformats.org/presentationml/2006/ole">
            <mc:AlternateContent xmlns:mc="http://schemas.openxmlformats.org/markup-compatibility/2006">
              <mc:Choice xmlns:v="urn:schemas-microsoft-com:vml" Requires="v">
                <p:oleObj name="Bitmap Image" r:id="rId3" imgW="2200320" imgH="942840" progId="Paint.Picture">
                  <p:embed/>
                </p:oleObj>
              </mc:Choice>
              <mc:Fallback>
                <p:oleObj name="Bitmap Image" r:id="rId3" imgW="2200320" imgH="942840" progId="Paint.Picture">
                  <p:embed/>
                  <p:pic>
                    <p:nvPicPr>
                      <p:cNvPr id="11269" name="Object 5"/>
                      <p:cNvPicPr>
                        <a:picLocks noGrp="1" noChangeAspect="1" noChangeArrowheads="1"/>
                      </p:cNvPicPr>
                      <p:nvPr/>
                    </p:nvPicPr>
                    <p:blipFill>
                      <a:blip r:embed="rId4"/>
                      <a:srcRect/>
                      <a:stretch>
                        <a:fillRect/>
                      </a:stretch>
                    </p:blipFill>
                    <p:spPr bwMode="auto">
                      <a:xfrm>
                        <a:off x="8267423" y="2171519"/>
                        <a:ext cx="2200275" cy="9429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oleObj>
              </mc:Fallback>
            </mc:AlternateContent>
          </a:graphicData>
        </a:graphic>
      </p:graphicFrame>
      <p:sp>
        <p:nvSpPr>
          <p:cNvPr id="11267" name="Rectangle 3"/>
          <p:cNvSpPr>
            <a:spLocks noGrp="1" noChangeArrowheads="1"/>
          </p:cNvSpPr>
          <p:nvPr>
            <p:ph type="body" sz="quarter" idx="4294967295"/>
          </p:nvPr>
        </p:nvSpPr>
        <p:spPr>
          <a:xfrm>
            <a:off x="476250" y="1143118"/>
            <a:ext cx="11715750" cy="5214937"/>
          </a:xfrm>
        </p:spPr>
        <p:txBody>
          <a:bodyPr/>
          <a:lstStyle/>
          <a:p>
            <a:pPr marL="342900" indent="-342900">
              <a:buFont typeface="Arial" panose="020B0604020202020204" pitchFamily="34" charset="0"/>
              <a:buChar char="•"/>
            </a:pPr>
            <a:r>
              <a:rPr lang="en-US" dirty="0"/>
              <a:t>A main window also requires title, icon, and menus.</a:t>
            </a:r>
          </a:p>
        </p:txBody>
      </p:sp>
      <p:sp>
        <p:nvSpPr>
          <p:cNvPr id="11270" name="Text Box 6"/>
          <p:cNvSpPr txBox="1">
            <a:spLocks noChangeArrowheads="1"/>
          </p:cNvSpPr>
          <p:nvPr/>
        </p:nvSpPr>
        <p:spPr bwMode="auto">
          <a:xfrm>
            <a:off x="8532018" y="6411214"/>
            <a:ext cx="1579563" cy="346075"/>
          </a:xfrm>
          <a:prstGeom prst="rect">
            <a:avLst/>
          </a:prstGeom>
          <a:solidFill>
            <a:schemeClr val="bg1"/>
          </a:solidFill>
          <a:ln w="9525">
            <a:solidFill>
              <a:schemeClr val="tx1"/>
            </a:solidFill>
            <a:miter lim="800000"/>
            <a:headEnd/>
            <a:tailEnd/>
          </a:ln>
        </p:spPr>
        <p:txBody>
          <a:bodyPr wrap="non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r>
              <a:rPr lang="en-GB" sz="1600"/>
              <a:t>mainwindow.py</a:t>
            </a:r>
          </a:p>
        </p:txBody>
      </p:sp>
      <p:sp>
        <p:nvSpPr>
          <p:cNvPr id="2" name="Slide Number Placeholder 1">
            <a:extLst>
              <a:ext uri="{FF2B5EF4-FFF2-40B4-BE49-F238E27FC236}">
                <a16:creationId xmlns:a16="http://schemas.microsoft.com/office/drawing/2014/main" id="{5064B641-DFE6-A2AD-CE1D-EF0DC6263133}"/>
              </a:ext>
            </a:extLst>
          </p:cNvPr>
          <p:cNvSpPr>
            <a:spLocks noGrp="1"/>
          </p:cNvSpPr>
          <p:nvPr>
            <p:ph type="sldNum" sz="quarter" idx="4"/>
          </p:nvPr>
        </p:nvSpPr>
        <p:spPr/>
        <p:txBody>
          <a:bodyPr/>
          <a:lstStyle/>
          <a:p>
            <a:fld id="{EF892D59-8F09-EF4B-AD6D-DA609442F868}" type="slidenum">
              <a:rPr lang="en-GB" smtClean="0"/>
              <a:pPr/>
              <a:t>9</a:t>
            </a:fld>
            <a:endParaRPr lang="en-GB" dirty="0"/>
          </a:p>
        </p:txBody>
      </p:sp>
    </p:spTree>
    <p:extLst>
      <p:ext uri="{BB962C8B-B14F-4D97-AF65-F5344CB8AC3E}">
        <p14:creationId xmlns:p14="http://schemas.microsoft.com/office/powerpoint/2010/main" val="189935147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1" name="Rectangle 3"/>
          <p:cNvSpPr>
            <a:spLocks noGrp="1" noChangeArrowheads="1"/>
          </p:cNvSpPr>
          <p:nvPr>
            <p:ph type="body" sz="quarter" idx="10"/>
          </p:nvPr>
        </p:nvSpPr>
        <p:spPr/>
        <p:txBody>
          <a:bodyPr/>
          <a:lstStyle/>
          <a:p>
            <a:r>
              <a:rPr lang="en-GB" dirty="0"/>
              <a:t>Summary</a:t>
            </a:r>
            <a:endParaRPr lang="en-US" dirty="0"/>
          </a:p>
        </p:txBody>
      </p:sp>
      <p:sp>
        <p:nvSpPr>
          <p:cNvPr id="2" name="Text Placeholder 1">
            <a:extLst>
              <a:ext uri="{FF2B5EF4-FFF2-40B4-BE49-F238E27FC236}">
                <a16:creationId xmlns:a16="http://schemas.microsoft.com/office/drawing/2014/main" id="{D7F35324-973B-478C-8D68-4D53AF212DE8}"/>
              </a:ext>
            </a:extLst>
          </p:cNvPr>
          <p:cNvSpPr>
            <a:spLocks noGrp="1"/>
          </p:cNvSpPr>
          <p:nvPr>
            <p:ph type="body" sz="quarter" idx="15"/>
          </p:nvPr>
        </p:nvSpPr>
        <p:spPr/>
        <p:txBody>
          <a:bodyPr/>
          <a:lstStyle/>
          <a:p>
            <a:pPr marL="342900" indent="-342900">
              <a:buFont typeface="Arial" panose="020B0604020202020204" pitchFamily="34" charset="0"/>
              <a:buChar char="•"/>
            </a:pPr>
            <a:r>
              <a:rPr lang="en-GB" b="1" dirty="0"/>
              <a:t>Tk is portable</a:t>
            </a:r>
          </a:p>
          <a:p>
            <a:pPr marL="536575" lvl="1" indent="-179388"/>
            <a:r>
              <a:rPr lang="en-GB" dirty="0"/>
              <a:t>Normally bundled with the base</a:t>
            </a:r>
          </a:p>
          <a:p>
            <a:pPr marL="342900" indent="-342900">
              <a:buFont typeface="Arial" panose="020B0604020202020204" pitchFamily="34" charset="0"/>
              <a:buChar char="•"/>
            </a:pPr>
            <a:r>
              <a:rPr lang="en-GB" b="1" dirty="0"/>
              <a:t>User input is hidden</a:t>
            </a:r>
          </a:p>
          <a:p>
            <a:pPr marL="342900" indent="-342900">
              <a:buFont typeface="Arial" panose="020B0604020202020204" pitchFamily="34" charset="0"/>
              <a:buChar char="•"/>
            </a:pPr>
            <a:r>
              <a:rPr lang="en-GB" b="1" dirty="0"/>
              <a:t>Widgets are hierarchical</a:t>
            </a:r>
          </a:p>
          <a:p>
            <a:pPr marL="342900" indent="-342900">
              <a:buFont typeface="Arial" panose="020B0604020202020204" pitchFamily="34" charset="0"/>
              <a:buChar char="•"/>
            </a:pPr>
            <a:r>
              <a:rPr lang="en-GB" b="1" dirty="0"/>
              <a:t>Widgets are dynamic</a:t>
            </a:r>
          </a:p>
          <a:p>
            <a:pPr marL="342900" indent="-342900">
              <a:buFont typeface="Arial" panose="020B0604020202020204" pitchFamily="34" charset="0"/>
              <a:buChar char="•"/>
            </a:pPr>
            <a:r>
              <a:rPr lang="en-GB" b="1" dirty="0"/>
              <a:t>Start with a main window</a:t>
            </a:r>
            <a:endParaRPr lang="en-US" b="1" dirty="0"/>
          </a:p>
          <a:p>
            <a:endParaRPr lang="en-GB" dirty="0"/>
          </a:p>
        </p:txBody>
      </p:sp>
      <p:pic>
        <p:nvPicPr>
          <p:cNvPr id="4" name="Graphic 31">
            <a:extLst>
              <a:ext uri="{FF2B5EF4-FFF2-40B4-BE49-F238E27FC236}">
                <a16:creationId xmlns:a16="http://schemas.microsoft.com/office/drawing/2014/main" id="{98537693-15C4-C47E-452C-F6C6D274D0B3}"/>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69739" y="377825"/>
            <a:ext cx="738525" cy="522000"/>
          </a:xfrm>
          <a:prstGeom prst="rect">
            <a:avLst/>
          </a:prstGeom>
        </p:spPr>
      </p:pic>
      <p:sp>
        <p:nvSpPr>
          <p:cNvPr id="3" name="Slide Number Placeholder 2">
            <a:extLst>
              <a:ext uri="{FF2B5EF4-FFF2-40B4-BE49-F238E27FC236}">
                <a16:creationId xmlns:a16="http://schemas.microsoft.com/office/drawing/2014/main" id="{B1CBF3C9-A9F1-DD69-1921-3B990750B0F1}"/>
              </a:ext>
            </a:extLst>
          </p:cNvPr>
          <p:cNvSpPr>
            <a:spLocks noGrp="1"/>
          </p:cNvSpPr>
          <p:nvPr>
            <p:ph type="sldNum" sz="quarter" idx="4"/>
          </p:nvPr>
        </p:nvSpPr>
        <p:spPr/>
        <p:txBody>
          <a:bodyPr/>
          <a:lstStyle/>
          <a:p>
            <a:fld id="{EF892D59-8F09-EF4B-AD6D-DA609442F868}" type="slidenum">
              <a:rPr lang="en-GB" smtClean="0"/>
              <a:pPr/>
              <a:t>10</a:t>
            </a:fld>
            <a:endParaRPr lang="en-GB" dirty="0"/>
          </a:p>
        </p:txBody>
      </p:sp>
    </p:spTree>
    <p:extLst>
      <p:ext uri="{BB962C8B-B14F-4D97-AF65-F5344CB8AC3E}">
        <p14:creationId xmlns:p14="http://schemas.microsoft.com/office/powerpoint/2010/main" val="1113528952"/>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ISPRING_RESOURCE_PATHS_HASH_2" val="861ba5a240904b86632099fc56e12dead204a13"/>
</p:tagLst>
</file>

<file path=ppt/theme/theme1.xml><?xml version="1.0" encoding="utf-8"?>
<a:theme xmlns:a="http://schemas.openxmlformats.org/drawingml/2006/main" name="Master">
  <a:themeElements>
    <a:clrScheme name="QA Branding Custom Colour Set">
      <a:dk1>
        <a:srgbClr val="004050"/>
      </a:dk1>
      <a:lt1>
        <a:srgbClr val="FFFFFF"/>
      </a:lt1>
      <a:dk2>
        <a:srgbClr val="00EDB5"/>
      </a:dk2>
      <a:lt2>
        <a:srgbClr val="FFFFFF"/>
      </a:lt2>
      <a:accent1>
        <a:srgbClr val="004050"/>
      </a:accent1>
      <a:accent2>
        <a:srgbClr val="00EDB5"/>
      </a:accent2>
      <a:accent3>
        <a:srgbClr val="7F007D"/>
      </a:accent3>
      <a:accent4>
        <a:srgbClr val="FF004C"/>
      </a:accent4>
      <a:accent5>
        <a:srgbClr val="F8D237"/>
      </a:accent5>
      <a:accent6>
        <a:srgbClr val="F3612C"/>
      </a:accent6>
      <a:hlink>
        <a:srgbClr val="004050"/>
      </a:hlink>
      <a:folHlink>
        <a:srgbClr val="00EDB5"/>
      </a:folHlink>
    </a:clrScheme>
    <a:fontScheme name="QA Brand Fonts 2019">
      <a:majorFont>
        <a:latin typeface="Krana Fat B"/>
        <a:ea typeface=""/>
        <a:cs typeface=""/>
      </a:majorFont>
      <a:minorFont>
        <a:latin typeface="Montserra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bodyPr vert="horz" lIns="0" tIns="0" rIns="0" bIns="0" rtlCol="0" anchor="t" anchorCtr="0">
        <a:normAutofit/>
      </a:bodyPr>
      <a:lstStyle>
        <a:defPPr algn="l">
          <a:defRPr smtClean="0"/>
        </a:defPPr>
      </a:lstStyle>
    </a:txDef>
  </a:objectDefaults>
  <a:extraClrSchemeLst/>
  <a:extLst>
    <a:ext uri="{05A4C25C-085E-4340-85A3-A5531E510DB2}">
      <thm15:themeFamily xmlns:thm15="http://schemas.microsoft.com/office/thememl/2012/main" name="Trainer Slidedeck Template DRAFT v0.1" id="{7AC1CA74-4441-42CA-9897-72DF6ED83A1A}" vid="{6017FA94-E546-4DB4-BF25-6AABB84AA04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5887A65B979AB34BA89C213ABB051ADE" ma:contentTypeVersion="13" ma:contentTypeDescription="Create a new document." ma:contentTypeScope="" ma:versionID="17f4625ec0b5ee2f091b8da15c267a76">
  <xsd:schema xmlns:xsd="http://www.w3.org/2001/XMLSchema" xmlns:xs="http://www.w3.org/2001/XMLSchema" xmlns:p="http://schemas.microsoft.com/office/2006/metadata/properties" xmlns:ns2="3cd1066a-245b-4400-ad94-398f95c475c9" xmlns:ns3="9d579490-102d-4bf3-8643-974e67683526" targetNamespace="http://schemas.microsoft.com/office/2006/metadata/properties" ma:root="true" ma:fieldsID="5379349c0f1ffc6b5f8ef1afda789c3f" ns2:_="" ns3:_="">
    <xsd:import namespace="3cd1066a-245b-4400-ad94-398f95c475c9"/>
    <xsd:import namespace="9d579490-102d-4bf3-8643-974e67683526"/>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2:MediaLengthInSeconds" minOccurs="0"/>
                <xsd:element ref="ns2:MediaServiceAutoTags" minOccurs="0"/>
                <xsd:element ref="ns2:MediaServiceGenerationTime" minOccurs="0"/>
                <xsd:element ref="ns2:MediaServiceEventHashCode" minOccurs="0"/>
                <xsd:element ref="ns3:SharedWithUsers" minOccurs="0"/>
                <xsd:element ref="ns3:SharedWithDetails"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cd1066a-245b-4400-ad94-398f95c475c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LengthInSeconds" ma:index="13" nillable="true" ma:displayName="MediaLengthInSeconds" ma:hidden="true" ma:internalName="MediaLengthInSeconds" ma:readOnly="true">
      <xsd:simpleType>
        <xsd:restriction base="dms:Unknown"/>
      </xsd:simpleType>
    </xsd:element>
    <xsd:element name="MediaServiceAutoTags" ma:index="14" nillable="true" ma:displayName="Tags" ma:internalName="MediaServiceAutoTags" ma:readOnly="true">
      <xsd:simpleType>
        <xsd:restriction base="dms:Text"/>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ObjectDetectorVersions" ma:index="19" nillable="true" ma:displayName="MediaServiceObjectDetectorVersions" ma:hidden="true" ma:indexed="true" ma:internalName="MediaServiceObjectDetectorVersions" ma:readOnly="true">
      <xsd:simpleType>
        <xsd:restriction base="dms:Text"/>
      </xsd:simpleType>
    </xsd:element>
    <xsd:element name="MediaServiceSearchProperties" ma:index="20"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9d579490-102d-4bf3-8643-974e67683526" elementFormDefault="qualified">
    <xsd:import namespace="http://schemas.microsoft.com/office/2006/documentManagement/types"/>
    <xsd:import namespace="http://schemas.microsoft.com/office/infopath/2007/PartnerControls"/>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19085186-26D8-4A6C-A2FE-9A3BADB8849C}">
  <ds:schemaRefs>
    <ds:schemaRef ds:uri="http://schemas.microsoft.com/office/2006/metadata/properties"/>
    <ds:schemaRef ds:uri="http://schemas.microsoft.com/office/infopath/2007/PartnerControls"/>
  </ds:schemaRefs>
</ds:datastoreItem>
</file>

<file path=customXml/itemProps2.xml><?xml version="1.0" encoding="utf-8"?>
<ds:datastoreItem xmlns:ds="http://schemas.openxmlformats.org/officeDocument/2006/customXml" ds:itemID="{15BF4215-0D71-4599-B6FD-0A6264E9F02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3cd1066a-245b-4400-ad94-398f95c475c9"/>
    <ds:schemaRef ds:uri="9d579490-102d-4bf3-8643-974e67683526"/>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57169839-DFF1-4944-AD98-09637ED144F1}">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1386</TotalTime>
  <Words>1451</Words>
  <Application>Microsoft Office PowerPoint</Application>
  <PresentationFormat>Widescreen</PresentationFormat>
  <Paragraphs>178</Paragraphs>
  <Slides>10</Slides>
  <Notes>10</Notes>
  <HiddenSlides>0</HiddenSlides>
  <MMClips>0</MMClips>
  <ScaleCrop>false</ScaleCrop>
  <HeadingPairs>
    <vt:vector size="8" baseType="variant">
      <vt:variant>
        <vt:lpstr>Fonts Used</vt:lpstr>
      </vt:variant>
      <vt:variant>
        <vt:i4>6</vt:i4>
      </vt:variant>
      <vt:variant>
        <vt:lpstr>Theme</vt:lpstr>
      </vt:variant>
      <vt:variant>
        <vt:i4>1</vt:i4>
      </vt:variant>
      <vt:variant>
        <vt:lpstr>Embedded OLE Servers</vt:lpstr>
      </vt:variant>
      <vt:variant>
        <vt:i4>1</vt:i4>
      </vt:variant>
      <vt:variant>
        <vt:lpstr>Slide Titles</vt:lpstr>
      </vt:variant>
      <vt:variant>
        <vt:i4>10</vt:i4>
      </vt:variant>
    </vt:vector>
  </HeadingPairs>
  <TitlesOfParts>
    <vt:vector size="18" baseType="lpstr">
      <vt:lpstr>Calibri</vt:lpstr>
      <vt:lpstr>Wingdings</vt:lpstr>
      <vt:lpstr>Courier New</vt:lpstr>
      <vt:lpstr>Arial</vt:lpstr>
      <vt:lpstr>Montserrat</vt:lpstr>
      <vt:lpstr>Montserrat Black</vt:lpstr>
      <vt:lpstr>Master</vt:lpstr>
      <vt:lpstr>Bitmap Image</vt:lpstr>
      <vt:lpstr>Python 3 Programming</vt:lpstr>
      <vt:lpstr>PowerPoint Presentation</vt:lpstr>
      <vt:lpstr>Graphical user interfaces from Python</vt:lpstr>
      <vt:lpstr>A simple example</vt:lpstr>
      <vt:lpstr>Elements of Python Tkinter</vt:lpstr>
      <vt:lpstr>User input is hidden</vt:lpstr>
      <vt:lpstr>Widgets are hierarchical</vt:lpstr>
      <vt:lpstr>Widgets are dynamic</vt:lpstr>
      <vt:lpstr>Building a main window</vt:lpstr>
      <vt:lpstr>PowerPoint Presentation</vt:lpstr>
    </vt:vector>
  </TitlesOfParts>
  <Manager/>
  <Company>QA Ltd</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Singh, Vaishali</dc:creator>
  <cp:keywords/>
  <dc:description/>
  <cp:lastModifiedBy>Evans, Josie</cp:lastModifiedBy>
  <cp:revision>134</cp:revision>
  <cp:lastPrinted>2019-07-03T09:46:41Z</cp:lastPrinted>
  <dcterms:created xsi:type="dcterms:W3CDTF">2019-09-05T08:17:12Z</dcterms:created>
  <dcterms:modified xsi:type="dcterms:W3CDTF">2024-02-20T12:10:34Z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hapter">
    <vt:lpwstr>1</vt:lpwstr>
  </property>
  <property fmtid="{D5CDD505-2E9C-101B-9397-08002B2CF9AE}" pid="3" name="ContentTypeId">
    <vt:lpwstr>0x0101005887A65B979AB34BA89C213ABB051ADE</vt:lpwstr>
  </property>
  <property fmtid="{D5CDD505-2E9C-101B-9397-08002B2CF9AE}" pid="4" name="BookType">
    <vt:lpwstr>20</vt:lpwstr>
  </property>
</Properties>
</file>